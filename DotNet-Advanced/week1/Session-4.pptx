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5" r:id="rId5"/>
    <p:sldId id="276" r:id="rId6"/>
    <p:sldId id="265" r:id="rId7"/>
    <p:sldId id="287" r:id="rId8"/>
    <p:sldId id="266" r:id="rId9"/>
    <p:sldId id="267" r:id="rId10"/>
    <p:sldId id="268" r:id="rId11"/>
    <p:sldId id="269" r:id="rId12"/>
  </p:sldIdLst>
  <p:sldSz cx="18288000" cy="10287000"/>
  <p:notesSz cx="6858000" cy="9144000"/>
  <p:embeddedFontLst>
    <p:embeddedFont>
      <p:font typeface="Assistant Regular" panose="020B0604020202020204" charset="-79"/>
      <p:regular r:id="rId13"/>
    </p:embeddedFont>
    <p:embeddedFont>
      <p:font typeface="Assistant Regular Bold" panose="020B0604020202020204" charset="-79"/>
      <p:regular r:id="rId14"/>
    </p:embeddedFont>
    <p:embeddedFont>
      <p:font typeface="Heebo Black" pitchFamily="2" charset="-79"/>
      <p:regular r:id="rId15"/>
      <p:bold r:id="rId16"/>
    </p:embeddedFont>
    <p:embeddedFont>
      <p:font typeface="HK Modular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83F2A-5343-79CD-B045-87E6A60A27CD}" v="35" dt="2025-06-09T07:43:09.257"/>
    <p1510:client id="{48913760-2B4B-40AB-BAB1-5B833250FBCA}" v="14" dt="2025-06-09T08:04:28.557"/>
    <p1510:client id="{6217F43D-2A94-46AF-90C1-C85748EC6597}" v="381" dt="2025-06-07T10:14:44.837"/>
    <p1510:client id="{8F40484E-1A4A-44C5-A2E8-9A80D22FC275}" v="109" dt="2025-06-09T08:00:11.245"/>
    <p1510:client id="{C229F99B-91FC-4CCB-AA17-9B031DDDE57D}" v="63" dt="2025-06-07T10:24:52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136" autoAdjust="0"/>
  </p:normalViewPr>
  <p:slideViewPr>
    <p:cSldViewPr snapToGrid="0">
      <p:cViewPr varScale="1">
        <p:scale>
          <a:sx n="32" d="100"/>
          <a:sy n="32" d="100"/>
        </p:scale>
        <p:origin x="86" y="6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fda937d-84e0-40c4-9af3-7c13939e1814::" providerId="AD" clId="Web-{FA7CE110-92A3-92C7-45DA-1740071A6006}"/>
    <pc:docChg chg="modSld modMainMaster">
      <pc:chgData name="Guest User" userId="S::urn:spo:tenantanon#efda937d-84e0-40c4-9af3-7c13939e1814::" providerId="AD" clId="Web-{FA7CE110-92A3-92C7-45DA-1740071A6006}" dt="2025-06-07T01:54:32.087" v="44" actId="20577"/>
      <pc:docMkLst>
        <pc:docMk/>
      </pc:docMkLst>
      <pc:sldChg chg="delSp modSp">
        <pc:chgData name="Guest User" userId="S::urn:spo:tenantanon#efda937d-84e0-40c4-9af3-7c13939e1814::" providerId="AD" clId="Web-{FA7CE110-92A3-92C7-45DA-1740071A6006}" dt="2025-06-07T01:51:39.903" v="29"/>
        <pc:sldMkLst>
          <pc:docMk/>
          <pc:sldMk cId="0" sldId="256"/>
        </pc:sldMkLst>
        <pc:spChg chg="mod">
          <ac:chgData name="Guest User" userId="S::urn:spo:tenantanon#efda937d-84e0-40c4-9af3-7c13939e1814::" providerId="AD" clId="Web-{FA7CE110-92A3-92C7-45DA-1740071A6006}" dt="2025-06-07T01:49:13.620" v="8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58.761" v="18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9.903" v="29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6.903" v="2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31.229" v="15" actId="20577"/>
          <ac:spMkLst>
            <pc:docMk/>
            <pc:sldMk cId="0" sldId="256"/>
            <ac:spMk id="11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0:56.402" v="19"/>
          <ac:spMkLst>
            <pc:docMk/>
            <pc:sldMk cId="0" sldId="256"/>
            <ac:spMk id="15" creationId="{45BF26D9-E672-5704-847A-EC70136C457F}"/>
          </ac:spMkLst>
        </pc:spChg>
      </pc:sldChg>
      <pc:sldChg chg="delSp modSp">
        <pc:chgData name="Guest User" userId="S::urn:spo:tenantanon#efda937d-84e0-40c4-9af3-7c13939e1814::" providerId="AD" clId="Web-{FA7CE110-92A3-92C7-45DA-1740071A6006}" dt="2025-06-07T01:54:32.087" v="44" actId="20577"/>
        <pc:sldMkLst>
          <pc:docMk/>
          <pc:sldMk cId="0" sldId="257"/>
        </pc:sldMkLst>
        <pc:spChg chg="mod">
          <ac:chgData name="Guest User" userId="S::urn:spo:tenantanon#efda937d-84e0-40c4-9af3-7c13939e1814::" providerId="AD" clId="Web-{FA7CE110-92A3-92C7-45DA-1740071A6006}" dt="2025-06-07T01:54:32.087" v="44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41.466" v="35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53.013" v="37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42.748" v="42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15.451" v="39" actId="20577"/>
          <ac:spMkLst>
            <pc:docMk/>
            <pc:sldMk cId="0" sldId="257"/>
            <ac:spMk id="38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7"/>
            <ac:spMk id="51" creationId="{A17B05B3-0594-F81F-73B9-E312A4458F6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8"/>
            <ac:spMk id="18" creationId="{7B3027A7-DAC5-DCD6-514D-8CE16A96B9A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9"/>
            <ac:spMk id="17" creationId="{17D831A0-7C01-707A-4C80-74428957F38C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0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0"/>
            <ac:spMk id="35" creationId="{5BB8C59D-A84F-B76A-AF74-E2C7C1AB8825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1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1"/>
            <ac:spMk id="15" creationId="{2D5696C4-FCF8-BCC3-0465-6143C8706BF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2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2"/>
            <ac:spMk id="18" creationId="{31E22B1B-04BE-C61A-F002-C1AD09C6ADB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3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3"/>
            <ac:spMk id="18" creationId="{C6158D96-D804-DD74-9B1C-65F843FC17A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4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4"/>
            <ac:spMk id="29" creationId="{BC86B100-FCAB-32FB-01C6-2F12FBCE34D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5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5"/>
            <ac:spMk id="22" creationId="{05024533-8989-7596-7E39-926CC3164904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6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6"/>
            <ac:spMk id="26" creationId="{FAC103A1-4B09-675D-A37A-19459355F868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7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7"/>
            <ac:spMk id="18" creationId="{668A2F5C-FF54-A66F-5D12-D192F5B56910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8"/>
            <ac:spMk id="15" creationId="{7287FD4E-C786-B09B-663B-82A1E1EE551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9"/>
            <ac:spMk id="7" creationId="{2158483B-0401-A966-5BCC-93F23D71CED0}"/>
          </ac:spMkLst>
        </pc:spChg>
      </pc:sldChg>
      <pc:sldMasterChg chg="mod modSldLayout">
        <pc:chgData name="Guest User" userId="S::urn:spo:tenantanon#efda937d-84e0-40c4-9af3-7c13939e1814::" providerId="AD" clId="Web-{FA7CE110-92A3-92C7-45DA-1740071A6006}" dt="2025-06-07T01:51:05.246" v="20"/>
        <pc:sldMasterMkLst>
          <pc:docMk/>
          <pc:sldMasterMk cId="0" sldId="2147483648"/>
        </pc:sldMasterMkLst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Bharath Raj" userId="S::bharathraj@devappsys.com::94d9684c-50e3-43a6-bc0f-7d1e94f3ae4e" providerId="AD" clId="Web-{48913760-2B4B-40AB-BAB1-5B833250FBCA}"/>
    <pc:docChg chg="modSld">
      <pc:chgData name="Bharath Raj" userId="S::bharathraj@devappsys.com::94d9684c-50e3-43a6-bc0f-7d1e94f3ae4e" providerId="AD" clId="Web-{48913760-2B4B-40AB-BAB1-5B833250FBCA}" dt="2025-06-09T08:04:28.557" v="13" actId="20577"/>
      <pc:docMkLst>
        <pc:docMk/>
      </pc:docMkLst>
      <pc:sldChg chg="modSp">
        <pc:chgData name="Bharath Raj" userId="S::bharathraj@devappsys.com::94d9684c-50e3-43a6-bc0f-7d1e94f3ae4e" providerId="AD" clId="Web-{48913760-2B4B-40AB-BAB1-5B833250FBCA}" dt="2025-06-09T08:02:05.648" v="0" actId="20577"/>
        <pc:sldMkLst>
          <pc:docMk/>
          <pc:sldMk cId="0" sldId="256"/>
        </pc:sldMkLst>
        <pc:spChg chg="mod">
          <ac:chgData name="Bharath Raj" userId="S::bharathraj@devappsys.com::94d9684c-50e3-43a6-bc0f-7d1e94f3ae4e" providerId="AD" clId="Web-{48913760-2B4B-40AB-BAB1-5B833250FBCA}" dt="2025-06-09T08:02:05.648" v="0" actId="20577"/>
          <ac:spMkLst>
            <pc:docMk/>
            <pc:sldMk cId="0" sldId="256"/>
            <ac:spMk id="14" creationId="{A788A892-53E9-C1D1-8945-E37AAF27FEF5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21.821" v="1" actId="20577"/>
        <pc:sldMkLst>
          <pc:docMk/>
          <pc:sldMk cId="0" sldId="257"/>
        </pc:sldMkLst>
        <pc:spChg chg="mod">
          <ac:chgData name="Bharath Raj" userId="S::bharathraj@devappsys.com::94d9684c-50e3-43a6-bc0f-7d1e94f3ae4e" providerId="AD" clId="Web-{48913760-2B4B-40AB-BAB1-5B833250FBCA}" dt="2025-06-09T08:02:21.821" v="1" actId="20577"/>
          <ac:spMkLst>
            <pc:docMk/>
            <pc:sldMk cId="0" sldId="257"/>
            <ac:spMk id="52" creationId="{F014F566-679C-7B70-6B31-31DC6A6FB9B1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28.118" v="2" actId="20577"/>
        <pc:sldMkLst>
          <pc:docMk/>
          <pc:sldMk cId="0" sldId="258"/>
        </pc:sldMkLst>
        <pc:spChg chg="mod">
          <ac:chgData name="Bharath Raj" userId="S::bharathraj@devappsys.com::94d9684c-50e3-43a6-bc0f-7d1e94f3ae4e" providerId="AD" clId="Web-{48913760-2B4B-40AB-BAB1-5B833250FBCA}" dt="2025-06-09T08:02:28.118" v="2" actId="20577"/>
          <ac:spMkLst>
            <pc:docMk/>
            <pc:sldMk cId="0" sldId="258"/>
            <ac:spMk id="19" creationId="{9638AB3A-734E-28AD-106B-E6DC74EB2121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09.525" v="5" actId="20577"/>
        <pc:sldMkLst>
          <pc:docMk/>
          <pc:sldMk cId="0" sldId="259"/>
        </pc:sldMkLst>
        <pc:spChg chg="mod">
          <ac:chgData name="Bharath Raj" userId="S::bharathraj@devappsys.com::94d9684c-50e3-43a6-bc0f-7d1e94f3ae4e" providerId="AD" clId="Web-{48913760-2B4B-40AB-BAB1-5B833250FBCA}" dt="2025-06-09T08:03:09.525" v="5" actId="20577"/>
          <ac:spMkLst>
            <pc:docMk/>
            <pc:sldMk cId="0" sldId="259"/>
            <ac:spMk id="3" creationId="{C597A9B1-90A9-775B-5F0B-8D62A6479A8C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44.369" v="9" actId="20577"/>
        <pc:sldMkLst>
          <pc:docMk/>
          <pc:sldMk cId="0" sldId="265"/>
        </pc:sldMkLst>
        <pc:spChg chg="mod">
          <ac:chgData name="Bharath Raj" userId="S::bharathraj@devappsys.com::94d9684c-50e3-43a6-bc0f-7d1e94f3ae4e" providerId="AD" clId="Web-{48913760-2B4B-40AB-BAB1-5B833250FBCA}" dt="2025-06-09T08:03:44.369" v="9" actId="20577"/>
          <ac:spMkLst>
            <pc:docMk/>
            <pc:sldMk cId="0" sldId="265"/>
            <ac:spMk id="23" creationId="{AFB55547-605D-EDB9-41FF-CD3D51DA6714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59.807" v="10" actId="20577"/>
        <pc:sldMkLst>
          <pc:docMk/>
          <pc:sldMk cId="0" sldId="266"/>
        </pc:sldMkLst>
        <pc:spChg chg="mod">
          <ac:chgData name="Bharath Raj" userId="S::bharathraj@devappsys.com::94d9684c-50e3-43a6-bc0f-7d1e94f3ae4e" providerId="AD" clId="Web-{48913760-2B4B-40AB-BAB1-5B833250FBCA}" dt="2025-06-09T08:03:59.807" v="10" actId="20577"/>
          <ac:spMkLst>
            <pc:docMk/>
            <pc:sldMk cId="0" sldId="266"/>
            <ac:spMk id="27" creationId="{FD0538BD-B281-3C0B-F413-48312AD49C50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4:09.104" v="11" actId="20577"/>
        <pc:sldMkLst>
          <pc:docMk/>
          <pc:sldMk cId="0" sldId="267"/>
        </pc:sldMkLst>
        <pc:spChg chg="mod">
          <ac:chgData name="Bharath Raj" userId="S::bharathraj@devappsys.com::94d9684c-50e3-43a6-bc0f-7d1e94f3ae4e" providerId="AD" clId="Web-{48913760-2B4B-40AB-BAB1-5B833250FBCA}" dt="2025-06-09T08:04:09.104" v="11" actId="20577"/>
          <ac:spMkLst>
            <pc:docMk/>
            <pc:sldMk cId="0" sldId="267"/>
            <ac:spMk id="19" creationId="{E09AA338-7558-DCBF-9BD3-6A55D9D0B666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4:16.010" v="12" actId="20577"/>
        <pc:sldMkLst>
          <pc:docMk/>
          <pc:sldMk cId="0" sldId="268"/>
        </pc:sldMkLst>
        <pc:spChg chg="mod">
          <ac:chgData name="Bharath Raj" userId="S::bharathraj@devappsys.com::94d9684c-50e3-43a6-bc0f-7d1e94f3ae4e" providerId="AD" clId="Web-{48913760-2B4B-40AB-BAB1-5B833250FBCA}" dt="2025-06-09T08:04:16.010" v="12" actId="20577"/>
          <ac:spMkLst>
            <pc:docMk/>
            <pc:sldMk cId="0" sldId="268"/>
            <ac:spMk id="16" creationId="{7A203954-94E8-E177-2D54-36499D9C9FB4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4:28.557" v="13" actId="20577"/>
        <pc:sldMkLst>
          <pc:docMk/>
          <pc:sldMk cId="0" sldId="269"/>
        </pc:sldMkLst>
        <pc:spChg chg="mod">
          <ac:chgData name="Bharath Raj" userId="S::bharathraj@devappsys.com::94d9684c-50e3-43a6-bc0f-7d1e94f3ae4e" providerId="AD" clId="Web-{48913760-2B4B-40AB-BAB1-5B833250FBCA}" dt="2025-06-09T08:04:28.557" v="13" actId="20577"/>
          <ac:spMkLst>
            <pc:docMk/>
            <pc:sldMk cId="0" sldId="269"/>
            <ac:spMk id="8" creationId="{EE169540-353F-AA0D-CE5D-9D92894927AE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52.884" v="4" actId="20577"/>
        <pc:sldMkLst>
          <pc:docMk/>
          <pc:sldMk cId="2287379508" sldId="271"/>
        </pc:sldMkLst>
        <pc:spChg chg="mod">
          <ac:chgData name="Bharath Raj" userId="S::bharathraj@devappsys.com::94d9684c-50e3-43a6-bc0f-7d1e94f3ae4e" providerId="AD" clId="Web-{48913760-2B4B-40AB-BAB1-5B833250FBCA}" dt="2025-06-09T08:02:52.884" v="4" actId="20577"/>
          <ac:spMkLst>
            <pc:docMk/>
            <pc:sldMk cId="2287379508" sldId="271"/>
            <ac:spMk id="19" creationId="{A0FBD77A-4FC9-AF33-24F3-5E5B90BDC9DC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18.790" v="6" actId="20577"/>
        <pc:sldMkLst>
          <pc:docMk/>
          <pc:sldMk cId="1378273258" sldId="272"/>
        </pc:sldMkLst>
        <pc:spChg chg="mod">
          <ac:chgData name="Bharath Raj" userId="S::bharathraj@devappsys.com::94d9684c-50e3-43a6-bc0f-7d1e94f3ae4e" providerId="AD" clId="Web-{48913760-2B4B-40AB-BAB1-5B833250FBCA}" dt="2025-06-09T08:03:18.790" v="6" actId="20577"/>
          <ac:spMkLst>
            <pc:docMk/>
            <pc:sldMk cId="1378273258" sldId="272"/>
            <ac:spMk id="3" creationId="{05E29320-7793-4496-040B-CE09BE69068C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29.681" v="7" actId="20577"/>
        <pc:sldMkLst>
          <pc:docMk/>
          <pc:sldMk cId="3480894903" sldId="273"/>
        </pc:sldMkLst>
        <pc:spChg chg="mod">
          <ac:chgData name="Bharath Raj" userId="S::bharathraj@devappsys.com::94d9684c-50e3-43a6-bc0f-7d1e94f3ae4e" providerId="AD" clId="Web-{48913760-2B4B-40AB-BAB1-5B833250FBCA}" dt="2025-06-09T08:03:29.681" v="7" actId="20577"/>
          <ac:spMkLst>
            <pc:docMk/>
            <pc:sldMk cId="3480894903" sldId="273"/>
            <ac:spMk id="19" creationId="{2EFE2ECD-21FD-8EA8-38F2-18023478F72D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37.775" v="8" actId="20577"/>
        <pc:sldMkLst>
          <pc:docMk/>
          <pc:sldMk cId="4199602133" sldId="274"/>
        </pc:sldMkLst>
        <pc:spChg chg="mod">
          <ac:chgData name="Bharath Raj" userId="S::bharathraj@devappsys.com::94d9684c-50e3-43a6-bc0f-7d1e94f3ae4e" providerId="AD" clId="Web-{48913760-2B4B-40AB-BAB1-5B833250FBCA}" dt="2025-06-09T08:03:37.775" v="8" actId="20577"/>
          <ac:spMkLst>
            <pc:docMk/>
            <pc:sldMk cId="4199602133" sldId="274"/>
            <ac:spMk id="19" creationId="{E8F9574A-83CB-4373-715E-6E0E72CCE48A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34.477" v="3" actId="20577"/>
        <pc:sldMkLst>
          <pc:docMk/>
          <pc:sldMk cId="2783255690" sldId="275"/>
        </pc:sldMkLst>
        <pc:spChg chg="mod">
          <ac:chgData name="Bharath Raj" userId="S::bharathraj@devappsys.com::94d9684c-50e3-43a6-bc0f-7d1e94f3ae4e" providerId="AD" clId="Web-{48913760-2B4B-40AB-BAB1-5B833250FBCA}" dt="2025-06-09T08:02:34.477" v="3" actId="20577"/>
          <ac:spMkLst>
            <pc:docMk/>
            <pc:sldMk cId="2783255690" sldId="275"/>
            <ac:spMk id="19" creationId="{0B2C6E55-23D9-406D-BC3D-A2931A20BA10}"/>
          </ac:spMkLst>
        </pc:spChg>
      </pc:sldChg>
    </pc:docChg>
  </pc:docChgLst>
  <pc:docChgLst>
    <pc:chgData name="Krishnaraj Rao" userId="S::krishnaraj@devappsys.com::a83542c9-5cf2-493e-a756-14c8b4a74310" providerId="AD" clId="Web-{6EE5FFB5-FA97-431F-A702-10D5039EA187}"/>
    <pc:docChg chg="addSld delSld modSld sldOrd">
      <pc:chgData name="Krishnaraj Rao" userId="S::krishnaraj@devappsys.com::a83542c9-5cf2-493e-a756-14c8b4a74310" providerId="AD" clId="Web-{6EE5FFB5-FA97-431F-A702-10D5039EA187}" dt="2025-06-07T07:39:16.444" v="1033"/>
      <pc:docMkLst>
        <pc:docMk/>
      </pc:docMkLst>
      <pc:sldChg chg="modSp">
        <pc:chgData name="Krishnaraj Rao" userId="S::krishnaraj@devappsys.com::a83542c9-5cf2-493e-a756-14c8b4a74310" providerId="AD" clId="Web-{6EE5FFB5-FA97-431F-A702-10D5039EA187}" dt="2025-06-07T07:27:05.040" v="942" actId="20577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6EE5FFB5-FA97-431F-A702-10D5039EA187}" dt="2025-06-07T07:27:05.040" v="942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EE5FFB5-FA97-431F-A702-10D5039EA187}" dt="2025-06-07T06:54:40.138" v="485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EE5FFB5-FA97-431F-A702-10D5039EA187}" dt="2025-06-07T05:48:26.761" v="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06.450" v="17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61" v="2"/>
          <ac:spMkLst>
            <pc:docMk/>
            <pc:sldMk cId="0" sldId="257"/>
            <ac:spMk id="2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4:40.138" v="485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4"/>
          <ac:spMkLst>
            <pc:docMk/>
            <pc:sldMk cId="0" sldId="257"/>
            <ac:spMk id="2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5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7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8"/>
          <ac:spMkLst>
            <pc:docMk/>
            <pc:sldMk cId="0" sldId="257"/>
            <ac:spMk id="3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17.919" v="20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0"/>
          <ac:spMkLst>
            <pc:docMk/>
            <pc:sldMk cId="0" sldId="257"/>
            <ac:spMk id="4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23.122" v="22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2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964" v="13"/>
          <ac:spMkLst>
            <pc:docMk/>
            <pc:sldMk cId="0" sldId="257"/>
            <ac:spMk id="48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5:54:54.601" v="71" actId="20577"/>
        <pc:sldMkLst>
          <pc:docMk/>
          <pc:sldMk cId="0" sldId="258"/>
        </pc:sldMkLst>
        <pc:spChg chg="mod">
          <ac:chgData name="Krishnaraj Rao" userId="S::krishnaraj@devappsys.com::a83542c9-5cf2-493e-a756-14c8b4a74310" providerId="AD" clId="Web-{6EE5FFB5-FA97-431F-A702-10D5039EA187}" dt="2025-06-07T05:54:54.601" v="71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0:15.983" v="32" actId="1076"/>
          <ac:spMkLst>
            <pc:docMk/>
            <pc:sldMk cId="0" sldId="25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3:22.455" v="55"/>
          <ac:spMkLst>
            <pc:docMk/>
            <pc:sldMk cId="0" sldId="258"/>
            <ac:spMk id="13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0:06.202" v="31"/>
          <ac:spMkLst>
            <pc:docMk/>
            <pc:sldMk cId="0" sldId="258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2:01.985" v="43" actId="107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 add del">
        <pc:chgData name="Krishnaraj Rao" userId="S::krishnaraj@devappsys.com::a83542c9-5cf2-493e-a756-14c8b4a74310" providerId="AD" clId="Web-{6EE5FFB5-FA97-431F-A702-10D5039EA187}" dt="2025-06-07T06:39:01.396" v="334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6EE5FFB5-FA97-431F-A702-10D5039EA187}" dt="2025-06-07T06:32:38.889" v="302"/>
          <ac:spMkLst>
            <pc:docMk/>
            <pc:sldMk cId="0" sldId="259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34:48.282" v="323" actId="20577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6:33:57.906" v="312"/>
          <ac:spMkLst>
            <pc:docMk/>
            <pc:sldMk cId="0" sldId="259"/>
            <ac:spMk id="13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EE5FFB5-FA97-431F-A702-10D5039EA187}" dt="2025-06-07T06:38:58.849" v="333"/>
          <ac:spMkLst>
            <pc:docMk/>
            <pc:sldMk cId="0" sldId="259"/>
            <ac:spMk id="14" creationId="{00000000-0000-0000-0000-000000000000}"/>
          </ac:spMkLst>
        </pc:spChg>
        <pc:grpChg chg="del mod">
          <ac:chgData name="Krishnaraj Rao" userId="S::krishnaraj@devappsys.com::a83542c9-5cf2-493e-a756-14c8b4a74310" providerId="AD" clId="Web-{6EE5FFB5-FA97-431F-A702-10D5039EA187}" dt="2025-06-07T06:34:08.203" v="315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Krishnaraj Rao" userId="S::krishnaraj@devappsys.com::a83542c9-5cf2-493e-a756-14c8b4a74310" providerId="AD" clId="Web-{6EE5FFB5-FA97-431F-A702-10D5039EA187}" dt="2025-06-07T06:32:40.420" v="303"/>
          <ac:grpSpMkLst>
            <pc:docMk/>
            <pc:sldMk cId="0" sldId="259"/>
            <ac:grpSpMk id="7" creationId="{00000000-0000-0000-0000-000000000000}"/>
          </ac:grpSpMkLst>
        </pc:grpChg>
        <pc:picChg chg="add del mod">
          <ac:chgData name="Krishnaraj Rao" userId="S::krishnaraj@devappsys.com::a83542c9-5cf2-493e-a756-14c8b4a74310" providerId="AD" clId="Web-{6EE5FFB5-FA97-431F-A702-10D5039EA187}" dt="2025-06-07T06:33:12.562" v="306"/>
          <ac:picMkLst>
            <pc:docMk/>
            <pc:sldMk cId="0" sldId="259"/>
            <ac:picMk id="15" creationId="{A5F09E1F-B94D-CF10-0339-42869DFD4B6C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5:30.845" v="324"/>
          <ac:picMkLst>
            <pc:docMk/>
            <pc:sldMk cId="0" sldId="259"/>
            <ac:picMk id="16" creationId="{11C996E2-76DC-3210-5EAB-41284963AF19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9:01.396" v="334"/>
          <ac:picMkLst>
            <pc:docMk/>
            <pc:sldMk cId="0" sldId="259"/>
            <ac:picMk id="17" creationId="{19740CE3-C360-7535-5DA7-CC40B350C4AD}"/>
          </ac:picMkLst>
        </pc:picChg>
      </pc:sldChg>
      <pc:sldChg chg="del ord">
        <pc:chgData name="Krishnaraj Rao" userId="S::krishnaraj@devappsys.com::a83542c9-5cf2-493e-a756-14c8b4a74310" providerId="AD" clId="Web-{6EE5FFB5-FA97-431F-A702-10D5039EA187}" dt="2025-06-07T06:58:06.079" v="503"/>
        <pc:sldMkLst>
          <pc:docMk/>
          <pc:sldMk cId="0" sldId="260"/>
        </pc:sldMkLst>
      </pc:sldChg>
      <pc:sldChg chg="del">
        <pc:chgData name="Krishnaraj Rao" userId="S::krishnaraj@devappsys.com::a83542c9-5cf2-493e-a756-14c8b4a74310" providerId="AD" clId="Web-{6EE5FFB5-FA97-431F-A702-10D5039EA187}" dt="2025-06-07T06:58:02.360" v="502"/>
        <pc:sldMkLst>
          <pc:docMk/>
          <pc:sldMk cId="0" sldId="261"/>
        </pc:sldMkLst>
      </pc:sldChg>
      <pc:sldChg chg="del">
        <pc:chgData name="Krishnaraj Rao" userId="S::krishnaraj@devappsys.com::a83542c9-5cf2-493e-a756-14c8b4a74310" providerId="AD" clId="Web-{6EE5FFB5-FA97-431F-A702-10D5039EA187}" dt="2025-06-07T06:58:06.438" v="504"/>
        <pc:sldMkLst>
          <pc:docMk/>
          <pc:sldMk cId="0" sldId="262"/>
        </pc:sldMkLst>
      </pc:sldChg>
      <pc:sldChg chg="delSp modSp del">
        <pc:chgData name="Krishnaraj Rao" userId="S::krishnaraj@devappsys.com::a83542c9-5cf2-493e-a756-14c8b4a74310" providerId="AD" clId="Web-{6EE5FFB5-FA97-431F-A702-10D5039EA187}" dt="2025-06-07T07:02:59.334" v="566"/>
        <pc:sldMkLst>
          <pc:docMk/>
          <pc:sldMk cId="0" sldId="263"/>
        </pc:sldMkLst>
        <pc:spChg chg="mod">
          <ac:chgData name="Krishnaraj Rao" userId="S::krishnaraj@devappsys.com::a83542c9-5cf2-493e-a756-14c8b4a74310" providerId="AD" clId="Web-{6EE5FFB5-FA97-431F-A702-10D5039EA187}" dt="2025-06-07T06:59:52.581" v="529" actId="14100"/>
          <ac:spMkLst>
            <pc:docMk/>
            <pc:sldMk cId="0" sldId="263"/>
            <ac:spMk id="6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02:38.381" v="565" actId="20577"/>
          <ac:spMkLst>
            <pc:docMk/>
            <pc:sldMk cId="0" sldId="263"/>
            <ac:spMk id="8" creationId="{00000000-0000-0000-0000-000000000000}"/>
          </ac:spMkLst>
        </pc:spChg>
        <pc:spChg chg="del mod topLvl">
          <ac:chgData name="Krishnaraj Rao" userId="S::krishnaraj@devappsys.com::a83542c9-5cf2-493e-a756-14c8b4a74310" providerId="AD" clId="Web-{6EE5FFB5-FA97-431F-A702-10D5039EA187}" dt="2025-06-07T06:59:00.127" v="511"/>
          <ac:spMkLst>
            <pc:docMk/>
            <pc:sldMk cId="0" sldId="263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8.096" v="510"/>
          <ac:spMkLst>
            <pc:docMk/>
            <pc:sldMk cId="0" sldId="263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6.080" v="509"/>
          <ac:spMkLst>
            <pc:docMk/>
            <pc:sldMk cId="0" sldId="263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4.236" v="50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1.392" v="507"/>
          <ac:spMkLst>
            <pc:docMk/>
            <pc:sldMk cId="0" sldId="263"/>
            <ac:spMk id="1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6:59:00.127" v="511"/>
          <ac:grpSpMkLst>
            <pc:docMk/>
            <pc:sldMk cId="0" sldId="263"/>
            <ac:grpSpMk id="7" creationId="{00000000-0000-0000-0000-000000000000}"/>
          </ac:grpSpMkLst>
        </pc:grpChg>
      </pc:sldChg>
      <pc:sldChg chg="del">
        <pc:chgData name="Krishnaraj Rao" userId="S::krishnaraj@devappsys.com::a83542c9-5cf2-493e-a756-14c8b4a74310" providerId="AD" clId="Web-{6EE5FFB5-FA97-431F-A702-10D5039EA187}" dt="2025-06-07T07:08:17.606" v="627"/>
        <pc:sldMkLst>
          <pc:docMk/>
          <pc:sldMk cId="0" sldId="264"/>
        </pc:sldMkLst>
      </pc:sldChg>
      <pc:sldChg chg="modSp">
        <pc:chgData name="Krishnaraj Rao" userId="S::krishnaraj@devappsys.com::a83542c9-5cf2-493e-a756-14c8b4a74310" providerId="AD" clId="Web-{6EE5FFB5-FA97-431F-A702-10D5039EA187}" dt="2025-06-07T07:22:48.957" v="898" actId="20577"/>
        <pc:sldMkLst>
          <pc:docMk/>
          <pc:sldMk cId="0" sldId="265"/>
        </pc:sldMkLst>
        <pc:spChg chg="mod">
          <ac:chgData name="Krishnaraj Rao" userId="S::krishnaraj@devappsys.com::a83542c9-5cf2-493e-a756-14c8b4a74310" providerId="AD" clId="Web-{6EE5FFB5-FA97-431F-A702-10D5039EA187}" dt="2025-06-07T07:11:42.657" v="646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2:39.486" v="655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2:48.957" v="898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4:02.535" v="684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8"/>
          <ac:spMkLst>
            <pc:docMk/>
            <pc:sldMk cId="0" sldId="265"/>
            <ac:spMk id="9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9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2"/>
          <ac:spMkLst>
            <pc:docMk/>
            <pc:sldMk cId="0" sldId="265"/>
            <ac:spMk id="1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97" v="84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8:49.732" v="629" actId="20577"/>
          <ac:spMkLst>
            <pc:docMk/>
            <pc:sldMk cId="0" sldId="265"/>
            <ac:spMk id="15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24:47.568" v="934" actId="1076"/>
        <pc:sldMkLst>
          <pc:docMk/>
          <pc:sldMk cId="0" sldId="266"/>
        </pc:sldMkLst>
        <pc:spChg chg="del mod">
          <ac:chgData name="Krishnaraj Rao" userId="S::krishnaraj@devappsys.com::a83542c9-5cf2-493e-a756-14c8b4a74310" providerId="AD" clId="Web-{6EE5FFB5-FA97-431F-A702-10D5039EA187}" dt="2025-06-07T07:23:40.583" v="913"/>
          <ac:spMkLst>
            <pc:docMk/>
            <pc:sldMk cId="0" sldId="266"/>
            <ac:spMk id="19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24:47.568" v="934" actId="1076"/>
          <ac:spMkLst>
            <pc:docMk/>
            <pc:sldMk cId="0" sldId="266"/>
            <ac:spMk id="21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3:19.926" v="909"/>
          <ac:spMkLst>
            <pc:docMk/>
            <pc:sldMk cId="0" sldId="266"/>
            <ac:spMk id="22" creationId="{00000000-0000-0000-0000-000000000000}"/>
          </ac:spMkLst>
        </pc:spChg>
        <pc:spChg chg="del topLvl">
          <ac:chgData name="Krishnaraj Rao" userId="S::krishnaraj@devappsys.com::a83542c9-5cf2-493e-a756-14c8b4a74310" providerId="AD" clId="Web-{6EE5FFB5-FA97-431F-A702-10D5039EA187}" dt="2025-06-07T07:23:21.598" v="910"/>
          <ac:spMkLst>
            <pc:docMk/>
            <pc:sldMk cId="0" sldId="266"/>
            <ac:spMk id="2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7:23:21.598" v="910"/>
          <ac:grpSpMkLst>
            <pc:docMk/>
            <pc:sldMk cId="0" sldId="266"/>
            <ac:grpSpMk id="20" creationId="{00000000-0000-0000-0000-000000000000}"/>
          </ac:grpSpMkLst>
        </pc:grpChg>
      </pc:sldChg>
      <pc:sldChg chg="modSp">
        <pc:chgData name="Krishnaraj Rao" userId="S::krishnaraj@devappsys.com::a83542c9-5cf2-493e-a756-14c8b4a74310" providerId="AD" clId="Web-{6EE5FFB5-FA97-431F-A702-10D5039EA187}" dt="2025-06-07T07:28:34.807" v="976" actId="20577"/>
        <pc:sldMkLst>
          <pc:docMk/>
          <pc:sldMk cId="0" sldId="267"/>
        </pc:sldMkLst>
        <pc:spChg chg="mod">
          <ac:chgData name="Krishnaraj Rao" userId="S::krishnaraj@devappsys.com::a83542c9-5cf2-493e-a756-14c8b4a74310" providerId="AD" clId="Web-{6EE5FFB5-FA97-431F-A702-10D5039EA187}" dt="2025-06-07T07:27:56.916" v="948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12.807" v="957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34.807" v="976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25.666" v="968" actId="20577"/>
          <ac:spMkLst>
            <pc:docMk/>
            <pc:sldMk cId="0" sldId="267"/>
            <ac:spMk id="7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39:16.444" v="1033"/>
        <pc:sldMkLst>
          <pc:docMk/>
          <pc:sldMk cId="0" sldId="268"/>
        </pc:sldMkLst>
        <pc:spChg chg="del mod">
          <ac:chgData name="Krishnaraj Rao" userId="S::krishnaraj@devappsys.com::a83542c9-5cf2-493e-a756-14c8b4a74310" providerId="AD" clId="Web-{6EE5FFB5-FA97-431F-A702-10D5039EA187}" dt="2025-06-07T07:39:09.710" v="1030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9:33.871" v="978"/>
          <ac:spMkLst>
            <pc:docMk/>
            <pc:sldMk cId="0" sldId="268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32:43.406" v="1028" actId="20577"/>
          <ac:spMkLst>
            <pc:docMk/>
            <pc:sldMk cId="0" sldId="26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6.444" v="1033"/>
          <ac:spMkLst>
            <pc:docMk/>
            <pc:sldMk cId="0" sldId="268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1.132" v="1031"/>
          <ac:spMkLst>
            <pc:docMk/>
            <pc:sldMk cId="0" sldId="268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4.241" v="1032"/>
          <ac:spMkLst>
            <pc:docMk/>
            <pc:sldMk cId="0" sldId="268"/>
            <ac:spMk id="12" creationId="{00000000-0000-0000-0000-000000000000}"/>
          </ac:spMkLst>
        </pc:spChg>
      </pc:sldChg>
      <pc:sldChg chg="addSp modSp add del replId">
        <pc:chgData name="Krishnaraj Rao" userId="S::krishnaraj@devappsys.com::a83542c9-5cf2-493e-a756-14c8b4a74310" providerId="AD" clId="Web-{6EE5FFB5-FA97-431F-A702-10D5039EA187}" dt="2025-06-07T06:56:40.249" v="501"/>
        <pc:sldMkLst>
          <pc:docMk/>
          <pc:sldMk cId="2009292532" sldId="270"/>
        </pc:sldMkLst>
        <pc:spChg chg="mod">
          <ac:chgData name="Krishnaraj Rao" userId="S::krishnaraj@devappsys.com::a83542c9-5cf2-493e-a756-14c8b4a74310" providerId="AD" clId="Web-{6EE5FFB5-FA97-431F-A702-10D5039EA187}" dt="2025-06-07T06:04:13.987" v="154" actId="14100"/>
          <ac:spMkLst>
            <pc:docMk/>
            <pc:sldMk cId="2009292532" sldId="270"/>
            <ac:spMk id="5" creationId="{3C034509-A163-54FF-33EF-A5317C50E181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5:06.779" v="500" actId="20577"/>
          <ac:spMkLst>
            <pc:docMk/>
            <pc:sldMk cId="2009292532" sldId="270"/>
            <ac:spMk id="9" creationId="{A5613FCB-0CCD-CED3-C4BF-22EDAD66F491}"/>
          </ac:spMkLst>
        </pc:spChg>
        <pc:graphicFrameChg chg="add mod modGraphic">
          <ac:chgData name="Krishnaraj Rao" userId="S::krishnaraj@devappsys.com::a83542c9-5cf2-493e-a756-14c8b4a74310" providerId="AD" clId="Web-{6EE5FFB5-FA97-431F-A702-10D5039EA187}" dt="2025-06-07T06:04:17.315" v="155"/>
          <ac:graphicFrameMkLst>
            <pc:docMk/>
            <pc:sldMk cId="2009292532" sldId="270"/>
            <ac:graphicFrameMk id="14" creationId="{B004AC6C-DBF2-F92D-5B0F-776E75526CE0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25:32.985" v="3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EE5FFB5-FA97-431F-A702-10D5039EA187}" dt="2025-06-07T06:25:32.985" v="301" actId="20577"/>
          <ac:spMkLst>
            <pc:docMk/>
            <pc:sldMk cId="2287379508" sldId="271"/>
            <ac:spMk id="5" creationId="{011B476D-250C-9356-4E61-619F8DF47597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09:07.430" v="169" actId="20577"/>
          <ac:spMkLst>
            <pc:docMk/>
            <pc:sldMk cId="2287379508" sldId="271"/>
            <ac:spMk id="9" creationId="{12B9693A-628F-8041-7BC9-5F1E902449D1}"/>
          </ac:spMkLst>
        </pc:spChg>
        <pc:grpChg chg="mod">
          <ac:chgData name="Krishnaraj Rao" userId="S::krishnaraj@devappsys.com::a83542c9-5cf2-493e-a756-14c8b4a74310" providerId="AD" clId="Web-{6EE5FFB5-FA97-431F-A702-10D5039EA187}" dt="2025-06-07T06:14:33.858" v="224" actId="14100"/>
          <ac:grpSpMkLst>
            <pc:docMk/>
            <pc:sldMk cId="2287379508" sldId="271"/>
            <ac:grpSpMk id="4" creationId="{DBC1F9EA-ABAE-A6CC-DD7F-74AFBC992DF6}"/>
          </ac:grpSpMkLst>
        </pc:grpChg>
        <pc:graphicFrameChg chg="add del mod modGraphic">
          <ac:chgData name="Krishnaraj Rao" userId="S::krishnaraj@devappsys.com::a83542c9-5cf2-493e-a756-14c8b4a74310" providerId="AD" clId="Web-{6EE5FFB5-FA97-431F-A702-10D5039EA187}" dt="2025-06-07T06:10:28.166" v="194"/>
          <ac:graphicFrameMkLst>
            <pc:docMk/>
            <pc:sldMk cId="2287379508" sldId="271"/>
            <ac:graphicFrameMk id="14" creationId="{4BA22D0A-9425-D34C-A5CF-8AF270F32586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40:00.819" v="347" actId="14100"/>
        <pc:sldMkLst>
          <pc:docMk/>
          <pc:sldMk cId="1378273258" sldId="272"/>
        </pc:sldMkLst>
        <pc:spChg chg="mod">
          <ac:chgData name="Krishnaraj Rao" userId="S::krishnaraj@devappsys.com::a83542c9-5cf2-493e-a756-14c8b4a74310" providerId="AD" clId="Web-{6EE5FFB5-FA97-431F-A702-10D5039EA187}" dt="2025-06-07T06:39:33.084" v="340" actId="20577"/>
          <ac:spMkLst>
            <pc:docMk/>
            <pc:sldMk cId="1378273258" sldId="272"/>
            <ac:spMk id="12" creationId="{C4829F24-53C2-7E91-0A22-DF71521DA44E}"/>
          </ac:spMkLst>
        </pc:spChg>
        <pc:picChg chg="add mod">
          <ac:chgData name="Krishnaraj Rao" userId="S::krishnaraj@devappsys.com::a83542c9-5cf2-493e-a756-14c8b4a74310" providerId="AD" clId="Web-{6EE5FFB5-FA97-431F-A702-10D5039EA187}" dt="2025-06-07T06:40:00.819" v="347" actId="14100"/>
          <ac:picMkLst>
            <pc:docMk/>
            <pc:sldMk cId="1378273258" sldId="272"/>
            <ac:picMk id="5" creationId="{575B74C2-9033-92D4-53D3-32C64F1FBA04}"/>
          </ac:picMkLst>
        </pc:picChg>
        <pc:picChg chg="del">
          <ac:chgData name="Krishnaraj Rao" userId="S::krishnaraj@devappsys.com::a83542c9-5cf2-493e-a756-14c8b4a74310" providerId="AD" clId="Web-{6EE5FFB5-FA97-431F-A702-10D5039EA187}" dt="2025-06-07T06:39:21.475" v="336"/>
          <ac:picMkLst>
            <pc:docMk/>
            <pc:sldMk cId="1378273258" sldId="272"/>
            <ac:picMk id="17" creationId="{AFBD2102-0E6D-A010-3B92-D628D7C084C0}"/>
          </ac:picMkLst>
        </pc:picChg>
      </pc:sldChg>
      <pc:sldChg chg="modSp add ord replId">
        <pc:chgData name="Krishnaraj Rao" userId="S::krishnaraj@devappsys.com::a83542c9-5cf2-493e-a756-14c8b4a74310" providerId="AD" clId="Web-{6EE5FFB5-FA97-431F-A702-10D5039EA187}" dt="2025-06-07T06:53:08.587" v="483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EE5FFB5-FA97-431F-A702-10D5039EA187}" dt="2025-06-07T06:53:08.587" v="483" actId="14100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42:10.150" v="359" actId="20577"/>
          <ac:spMkLst>
            <pc:docMk/>
            <pc:sldMk cId="3480894903" sldId="273"/>
            <ac:spMk id="9" creationId="{7D9BE6DE-92DA-FBB6-6EB2-8744095645C4}"/>
          </ac:spMkLst>
        </pc:spChg>
      </pc:sldChg>
      <pc:sldChg chg="modSp add replId">
        <pc:chgData name="Krishnaraj Rao" userId="S::krishnaraj@devappsys.com::a83542c9-5cf2-493e-a756-14c8b4a74310" providerId="AD" clId="Web-{6EE5FFB5-FA97-431F-A702-10D5039EA187}" dt="2025-06-07T07:07:15.542" v="626" actId="20577"/>
        <pc:sldMkLst>
          <pc:docMk/>
          <pc:sldMk cId="4199602133" sldId="274"/>
        </pc:sldMkLst>
        <pc:spChg chg="mod">
          <ac:chgData name="Krishnaraj Rao" userId="S::krishnaraj@devappsys.com::a83542c9-5cf2-493e-a756-14c8b4a74310" providerId="AD" clId="Web-{6EE5FFB5-FA97-431F-A702-10D5039EA187}" dt="2025-06-07T07:07:15.542" v="626" actId="20577"/>
          <ac:spMkLst>
            <pc:docMk/>
            <pc:sldMk cId="4199602133" sldId="274"/>
            <ac:spMk id="5" creationId="{66866F3C-D8F5-A241-1384-65477A6EB3F9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3:50.789" v="591" actId="20577"/>
          <ac:spMkLst>
            <pc:docMk/>
            <pc:sldMk cId="4199602133" sldId="274"/>
            <ac:spMk id="9" creationId="{2B29D00A-A1AD-8ACA-5944-6D82A9647AE7}"/>
          </ac:spMkLst>
        </pc:spChg>
      </pc:sldChg>
    </pc:docChg>
  </pc:docChgLst>
  <pc:docChgLst>
    <pc:chgData name="suhas shetty" userId="S::suhas@devappsys.com::0b8a8c61-01d1-4dc3-a283-e89a57431e1e" providerId="AD" clId="Web-{C229F99B-91FC-4CCB-AA17-9B031DDDE57D}"/>
    <pc:docChg chg="modSld">
      <pc:chgData name="suhas shetty" userId="S::suhas@devappsys.com::0b8a8c61-01d1-4dc3-a283-e89a57431e1e" providerId="AD" clId="Web-{C229F99B-91FC-4CCB-AA17-9B031DDDE57D}" dt="2025-06-07T10:24:52.588" v="62" actId="1076"/>
      <pc:docMkLst>
        <pc:docMk/>
      </pc:docMkLst>
      <pc:sldChg chg="delSp">
        <pc:chgData name="suhas shetty" userId="S::suhas@devappsys.com::0b8a8c61-01d1-4dc3-a283-e89a57431e1e" providerId="AD" clId="Web-{C229F99B-91FC-4CCB-AA17-9B031DDDE57D}" dt="2025-06-07T10:21:54.211" v="46"/>
        <pc:sldMkLst>
          <pc:docMk/>
          <pc:sldMk cId="0" sldId="256"/>
        </pc:sldMkLst>
        <pc:spChg chg="del">
          <ac:chgData name="suhas shetty" userId="S::suhas@devappsys.com::0b8a8c61-01d1-4dc3-a283-e89a57431e1e" providerId="AD" clId="Web-{C229F99B-91FC-4CCB-AA17-9B031DDDE57D}" dt="2025-06-07T10:21:54.211" v="46"/>
          <ac:spMkLst>
            <pc:docMk/>
            <pc:sldMk cId="0" sldId="256"/>
            <ac:spMk id="5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1:50.883" v="45"/>
          <ac:spMkLst>
            <pc:docMk/>
            <pc:sldMk cId="0" sldId="256"/>
            <ac:spMk id="6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3:28.806" v="49"/>
        <pc:sldMkLst>
          <pc:docMk/>
          <pc:sldMk cId="0" sldId="257"/>
        </pc:sldMkLst>
        <pc:spChg chg="del">
          <ac:chgData name="suhas shetty" userId="S::suhas@devappsys.com::0b8a8c61-01d1-4dc3-a283-e89a57431e1e" providerId="AD" clId="Web-{C229F99B-91FC-4CCB-AA17-9B031DDDE57D}" dt="2025-06-07T10:23:28.806" v="49"/>
          <ac:spMkLst>
            <pc:docMk/>
            <pc:sldMk cId="0" sldId="257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6.931" v="48"/>
          <ac:spMkLst>
            <pc:docMk/>
            <pc:sldMk cId="0" sldId="257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4.306" v="47"/>
          <ac:spMkLst>
            <pc:docMk/>
            <pc:sldMk cId="0" sldId="257"/>
            <ac:spMk id="6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3:49.228" v="54" actId="1076"/>
        <pc:sldMkLst>
          <pc:docMk/>
          <pc:sldMk cId="0" sldId="258"/>
        </pc:sldMkLst>
        <pc:spChg chg="mod">
          <ac:chgData name="suhas shetty" userId="S::suhas@devappsys.com::0b8a8c61-01d1-4dc3-a283-e89a57431e1e" providerId="AD" clId="Web-{C229F99B-91FC-4CCB-AA17-9B031DDDE57D}" dt="2025-06-07T10:23:43.634" v="53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23:49.228" v="54" actId="1076"/>
          <ac:spMkLst>
            <pc:docMk/>
            <pc:sldMk cId="0" sldId="25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7.462" v="51"/>
          <ac:spMkLst>
            <pc:docMk/>
            <pc:sldMk cId="0" sldId="258"/>
            <ac:spMk id="10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8.712" v="52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6.650" v="50"/>
          <ac:spMkLst>
            <pc:docMk/>
            <pc:sldMk cId="0" sldId="258"/>
            <ac:spMk id="15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20.003" v="10" actId="1076"/>
        <pc:sldMkLst>
          <pc:docMk/>
          <pc:sldMk cId="0" sldId="259"/>
        </pc:sldMkLst>
        <pc:spChg chg="del">
          <ac:chgData name="suhas shetty" userId="S::suhas@devappsys.com::0b8a8c61-01d1-4dc3-a283-e89a57431e1e" providerId="AD" clId="Web-{C229F99B-91FC-4CCB-AA17-9B031DDDE57D}" dt="2025-06-07T10:17:14.878" v="8"/>
          <ac:spMkLst>
            <pc:docMk/>
            <pc:sldMk cId="0" sldId="259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7:16.190" v="9"/>
          <ac:spMkLst>
            <pc:docMk/>
            <pc:sldMk cId="0" sldId="259"/>
            <ac:spMk id="3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17:20.003" v="10" actId="1076"/>
          <ac:spMkLst>
            <pc:docMk/>
            <pc:sldMk cId="0" sldId="259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52.588" v="62" actId="1076"/>
        <pc:sldMkLst>
          <pc:docMk/>
          <pc:sldMk cId="0" sldId="265"/>
        </pc:sldMkLst>
        <pc:spChg chg="mod">
          <ac:chgData name="suhas shetty" userId="S::suhas@devappsys.com::0b8a8c61-01d1-4dc3-a283-e89a57431e1e" providerId="AD" clId="Web-{C229F99B-91FC-4CCB-AA17-9B031DDDE57D}" dt="2025-06-07T10:24:52.588" v="62" actId="1076"/>
          <ac:spMkLst>
            <pc:docMk/>
            <pc:sldMk cId="0" sldId="265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8:13.207" v="20"/>
          <ac:spMkLst>
            <pc:docMk/>
            <pc:sldMk cId="0" sldId="265"/>
            <ac:spMk id="3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8:32.348" v="23" actId="1076"/>
          <ac:grpSpMkLst>
            <pc:docMk/>
            <pc:sldMk cId="0" sldId="265"/>
            <ac:grpSpMk id="16" creationId="{00000000-0000-0000-0000-000000000000}"/>
          </ac:grpSpMkLst>
        </pc:grpChg>
      </pc:sldChg>
      <pc:sldChg chg="delSp modSp">
        <pc:chgData name="suhas shetty" userId="S::suhas@devappsys.com::0b8a8c61-01d1-4dc3-a283-e89a57431e1e" providerId="AD" clId="Web-{C229F99B-91FC-4CCB-AA17-9B031DDDE57D}" dt="2025-06-07T10:19:32.458" v="32" actId="1076"/>
        <pc:sldMkLst>
          <pc:docMk/>
          <pc:sldMk cId="0" sldId="266"/>
        </pc:sldMkLst>
        <pc:spChg chg="del">
          <ac:chgData name="suhas shetty" userId="S::suhas@devappsys.com::0b8a8c61-01d1-4dc3-a283-e89a57431e1e" providerId="AD" clId="Web-{C229F99B-91FC-4CCB-AA17-9B031DDDE57D}" dt="2025-06-07T10:19:10.660" v="30"/>
          <ac:spMkLst>
            <pc:docMk/>
            <pc:sldMk cId="0" sldId="266"/>
            <ac:spMk id="4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9:32.458" v="32" actId="1076"/>
          <ac:grpSpMkLst>
            <pc:docMk/>
            <pc:sldMk cId="0" sldId="266"/>
            <ac:grpSpMk id="5" creationId="{00000000-0000-0000-0000-000000000000}"/>
          </ac:grpSpMkLst>
        </pc:grpChg>
      </pc:sldChg>
      <pc:sldChg chg="delSp">
        <pc:chgData name="suhas shetty" userId="S::suhas@devappsys.com::0b8a8c61-01d1-4dc3-a283-e89a57431e1e" providerId="AD" clId="Web-{C229F99B-91FC-4CCB-AA17-9B031DDDE57D}" dt="2025-06-07T10:19:49.678" v="36"/>
        <pc:sldMkLst>
          <pc:docMk/>
          <pc:sldMk cId="0" sldId="267"/>
        </pc:sldMkLst>
        <pc:spChg chg="del">
          <ac:chgData name="suhas shetty" userId="S::suhas@devappsys.com::0b8a8c61-01d1-4dc3-a283-e89a57431e1e" providerId="AD" clId="Web-{C229F99B-91FC-4CCB-AA17-9B031DDDE57D}" dt="2025-06-07T10:19:49.678" v="36"/>
          <ac:spMkLst>
            <pc:docMk/>
            <pc:sldMk cId="0" sldId="267"/>
            <ac:spMk id="9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7.725" v="34"/>
          <ac:spMkLst>
            <pc:docMk/>
            <pc:sldMk cId="0" sldId="267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6.866" v="33"/>
          <ac:spMkLst>
            <pc:docMk/>
            <pc:sldMk cId="0" sldId="267"/>
            <ac:spMk id="1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8.459" v="35"/>
          <ac:spMkLst>
            <pc:docMk/>
            <pc:sldMk cId="0" sldId="267"/>
            <ac:spMk id="13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0:00.241" v="38"/>
        <pc:sldMkLst>
          <pc:docMk/>
          <pc:sldMk cId="0" sldId="268"/>
        </pc:sldMkLst>
        <pc:spChg chg="del">
          <ac:chgData name="suhas shetty" userId="S::suhas@devappsys.com::0b8a8c61-01d1-4dc3-a283-e89a57431e1e" providerId="AD" clId="Web-{C229F99B-91FC-4CCB-AA17-9B031DDDE57D}" dt="2025-06-07T10:20:00.241" v="38"/>
          <ac:spMkLst>
            <pc:docMk/>
            <pc:sldMk cId="0" sldId="26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59.459" v="37"/>
          <ac:spMkLst>
            <pc:docMk/>
            <pc:sldMk cId="0" sldId="268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1:31.258" v="44"/>
        <pc:sldMkLst>
          <pc:docMk/>
          <pc:sldMk cId="2287379508" sldId="271"/>
        </pc:sldMkLst>
        <pc:spChg chg="mod">
          <ac:chgData name="suhas shetty" userId="S::suhas@devappsys.com::0b8a8c61-01d1-4dc3-a283-e89a57431e1e" providerId="AD" clId="Web-{C229F99B-91FC-4CCB-AA17-9B031DDDE57D}" dt="2025-06-07T10:20:47.538" v="42" actId="1076"/>
          <ac:spMkLst>
            <pc:docMk/>
            <pc:sldMk cId="2287379508" sldId="271"/>
            <ac:spMk id="2" creationId="{3D3BC89B-198E-95E7-CAB8-49D9950B4399}"/>
          </ac:spMkLst>
        </pc:spChg>
        <pc:spChg chg="mod">
          <ac:chgData name="suhas shetty" userId="S::suhas@devappsys.com::0b8a8c61-01d1-4dc3-a283-e89a57431e1e" providerId="AD" clId="Web-{C229F99B-91FC-4CCB-AA17-9B031DDDE57D}" dt="2025-06-07T10:20:53.367" v="43" actId="1076"/>
          <ac:spMkLst>
            <pc:docMk/>
            <pc:sldMk cId="2287379508" sldId="271"/>
            <ac:spMk id="3" creationId="{8856D57A-79A1-557B-10E9-6C76D7352A37}"/>
          </ac:spMkLst>
        </pc:spChg>
        <pc:spChg chg="del">
          <ac:chgData name="suhas shetty" userId="S::suhas@devappsys.com::0b8a8c61-01d1-4dc3-a283-e89a57431e1e" providerId="AD" clId="Web-{C229F99B-91FC-4CCB-AA17-9B031DDDE57D}" dt="2025-06-07T10:20:40.054" v="40"/>
          <ac:spMkLst>
            <pc:docMk/>
            <pc:sldMk cId="2287379508" sldId="271"/>
            <ac:spMk id="10" creationId="{A77F1D4A-AE13-86BD-B20A-30354A4B13B6}"/>
          </ac:spMkLst>
        </pc:spChg>
        <pc:spChg chg="del">
          <ac:chgData name="suhas shetty" userId="S::suhas@devappsys.com::0b8a8c61-01d1-4dc3-a283-e89a57431e1e" providerId="AD" clId="Web-{C229F99B-91FC-4CCB-AA17-9B031DDDE57D}" dt="2025-06-07T10:20:41.023" v="41"/>
          <ac:spMkLst>
            <pc:docMk/>
            <pc:sldMk cId="2287379508" sldId="271"/>
            <ac:spMk id="11" creationId="{7D9990DD-66E5-E745-5C42-21C2E85EC04D}"/>
          </ac:spMkLst>
        </pc:spChg>
        <pc:spChg chg="del">
          <ac:chgData name="suhas shetty" userId="S::suhas@devappsys.com::0b8a8c61-01d1-4dc3-a283-e89a57431e1e" providerId="AD" clId="Web-{C229F99B-91FC-4CCB-AA17-9B031DDDE57D}" dt="2025-06-07T10:21:31.258" v="44"/>
          <ac:spMkLst>
            <pc:docMk/>
            <pc:sldMk cId="2287379508" sldId="271"/>
            <ac:spMk id="12" creationId="{F3427883-478C-5626-D65F-989B034D6414}"/>
          </ac:spMkLst>
        </pc:spChg>
        <pc:spChg chg="del">
          <ac:chgData name="suhas shetty" userId="S::suhas@devappsys.com::0b8a8c61-01d1-4dc3-a283-e89a57431e1e" providerId="AD" clId="Web-{C229F99B-91FC-4CCB-AA17-9B031DDDE57D}" dt="2025-06-07T10:20:38.976" v="39"/>
          <ac:spMkLst>
            <pc:docMk/>
            <pc:sldMk cId="2287379508" sldId="271"/>
            <ac:spMk id="15" creationId="{0F7430E2-3464-0EE0-2654-84F6CE365B45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17:25.753" v="12"/>
        <pc:sldMkLst>
          <pc:docMk/>
          <pc:sldMk cId="1378273258" sldId="272"/>
        </pc:sldMkLst>
        <pc:spChg chg="del">
          <ac:chgData name="suhas shetty" userId="S::suhas@devappsys.com::0b8a8c61-01d1-4dc3-a283-e89a57431e1e" providerId="AD" clId="Web-{C229F99B-91FC-4CCB-AA17-9B031DDDE57D}" dt="2025-06-07T10:17:24.831" v="11"/>
          <ac:spMkLst>
            <pc:docMk/>
            <pc:sldMk cId="1378273258" sldId="272"/>
            <ac:spMk id="2" creationId="{FECB00D7-6F62-9793-9EE2-7892B91839A6}"/>
          </ac:spMkLst>
        </pc:spChg>
        <pc:spChg chg="del">
          <ac:chgData name="suhas shetty" userId="S::suhas@devappsys.com::0b8a8c61-01d1-4dc3-a283-e89a57431e1e" providerId="AD" clId="Web-{C229F99B-91FC-4CCB-AA17-9B031DDDE57D}" dt="2025-06-07T10:17:25.753" v="12"/>
          <ac:spMkLst>
            <pc:docMk/>
            <pc:sldMk cId="1378273258" sldId="272"/>
            <ac:spMk id="3" creationId="{2B085B73-2F03-8EE5-CD60-6DAD7668EAA8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09.738" v="19"/>
        <pc:sldMkLst>
          <pc:docMk/>
          <pc:sldMk cId="3480894903" sldId="273"/>
        </pc:sldMkLst>
        <pc:spChg chg="mod">
          <ac:chgData name="suhas shetty" userId="S::suhas@devappsys.com::0b8a8c61-01d1-4dc3-a283-e89a57431e1e" providerId="AD" clId="Web-{C229F99B-91FC-4CCB-AA17-9B031DDDE57D}" dt="2025-06-07T10:17:56.800" v="16" actId="1076"/>
          <ac:spMkLst>
            <pc:docMk/>
            <pc:sldMk cId="3480894903" sldId="273"/>
            <ac:spMk id="2" creationId="{8530082D-B95D-F29E-ACD6-3E38CC643FBB}"/>
          </ac:spMkLst>
        </pc:spChg>
        <pc:spChg chg="mod">
          <ac:chgData name="suhas shetty" userId="S::suhas@devappsys.com::0b8a8c61-01d1-4dc3-a283-e89a57431e1e" providerId="AD" clId="Web-{C229F99B-91FC-4CCB-AA17-9B031DDDE57D}" dt="2025-06-07T10:18:03.238" v="18" actId="1076"/>
          <ac:spMkLst>
            <pc:docMk/>
            <pc:sldMk cId="3480894903" sldId="273"/>
            <ac:spMk id="3" creationId="{FE1EF1A6-9E58-F92B-18F6-4692677CD6AF}"/>
          </ac:spMkLst>
        </pc:spChg>
        <pc:spChg chg="del">
          <ac:chgData name="suhas shetty" userId="S::suhas@devappsys.com::0b8a8c61-01d1-4dc3-a283-e89a57431e1e" providerId="AD" clId="Web-{C229F99B-91FC-4CCB-AA17-9B031DDDE57D}" dt="2025-06-07T10:17:29.315" v="14"/>
          <ac:spMkLst>
            <pc:docMk/>
            <pc:sldMk cId="3480894903" sldId="273"/>
            <ac:spMk id="10" creationId="{8F4CDE23-BBF1-C540-D0D0-6C7DE66D4874}"/>
          </ac:spMkLst>
        </pc:spChg>
        <pc:spChg chg="del">
          <ac:chgData name="suhas shetty" userId="S::suhas@devappsys.com::0b8a8c61-01d1-4dc3-a283-e89a57431e1e" providerId="AD" clId="Web-{C229F99B-91FC-4CCB-AA17-9B031DDDE57D}" dt="2025-06-07T10:17:30.394" v="15"/>
          <ac:spMkLst>
            <pc:docMk/>
            <pc:sldMk cId="3480894903" sldId="273"/>
            <ac:spMk id="11" creationId="{BC5FE385-87A3-5BF4-BF39-A9FDBE0985A3}"/>
          </ac:spMkLst>
        </pc:spChg>
        <pc:spChg chg="del">
          <ac:chgData name="suhas shetty" userId="S::suhas@devappsys.com::0b8a8c61-01d1-4dc3-a283-e89a57431e1e" providerId="AD" clId="Web-{C229F99B-91FC-4CCB-AA17-9B031DDDE57D}" dt="2025-06-07T10:18:09.738" v="19"/>
          <ac:spMkLst>
            <pc:docMk/>
            <pc:sldMk cId="3480894903" sldId="273"/>
            <ac:spMk id="12" creationId="{475219E9-21D8-8D41-E28A-3800F71627DF}"/>
          </ac:spMkLst>
        </pc:spChg>
        <pc:spChg chg="del">
          <ac:chgData name="suhas shetty" userId="S::suhas@devappsys.com::0b8a8c61-01d1-4dc3-a283-e89a57431e1e" providerId="AD" clId="Web-{C229F99B-91FC-4CCB-AA17-9B031DDDE57D}" dt="2025-06-07T10:17:28.534" v="13"/>
          <ac:spMkLst>
            <pc:docMk/>
            <pc:sldMk cId="3480894903" sldId="273"/>
            <ac:spMk id="15" creationId="{F4092CF4-DD76-EAEB-21B8-342F72619F7E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58.504" v="29"/>
        <pc:sldMkLst>
          <pc:docMk/>
          <pc:sldMk cId="4199602133" sldId="274"/>
        </pc:sldMkLst>
        <pc:spChg chg="mod">
          <ac:chgData name="suhas shetty" userId="S::suhas@devappsys.com::0b8a8c61-01d1-4dc3-a283-e89a57431e1e" providerId="AD" clId="Web-{C229F99B-91FC-4CCB-AA17-9B031DDDE57D}" dt="2025-06-07T10:18:47.785" v="27" actId="1076"/>
          <ac:spMkLst>
            <pc:docMk/>
            <pc:sldMk cId="4199602133" sldId="274"/>
            <ac:spMk id="2" creationId="{364476D6-7519-12AA-579F-3D275C89B824}"/>
          </ac:spMkLst>
        </pc:spChg>
        <pc:spChg chg="mod">
          <ac:chgData name="suhas shetty" userId="S::suhas@devappsys.com::0b8a8c61-01d1-4dc3-a283-e89a57431e1e" providerId="AD" clId="Web-{C229F99B-91FC-4CCB-AA17-9B031DDDE57D}" dt="2025-06-07T10:18:53.426" v="28" actId="1076"/>
          <ac:spMkLst>
            <pc:docMk/>
            <pc:sldMk cId="4199602133" sldId="274"/>
            <ac:spMk id="3" creationId="{D3EEFCE7-BAE8-80C3-5EC6-EDBBDEE09863}"/>
          </ac:spMkLst>
        </pc:spChg>
        <pc:spChg chg="del">
          <ac:chgData name="suhas shetty" userId="S::suhas@devappsys.com::0b8a8c61-01d1-4dc3-a283-e89a57431e1e" providerId="AD" clId="Web-{C229F99B-91FC-4CCB-AA17-9B031DDDE57D}" dt="2025-06-07T10:18:41.879" v="25"/>
          <ac:spMkLst>
            <pc:docMk/>
            <pc:sldMk cId="4199602133" sldId="274"/>
            <ac:spMk id="10" creationId="{00862970-8963-0999-27CE-587A285014BF}"/>
          </ac:spMkLst>
        </pc:spChg>
        <pc:spChg chg="del">
          <ac:chgData name="suhas shetty" userId="S::suhas@devappsys.com::0b8a8c61-01d1-4dc3-a283-e89a57431e1e" providerId="AD" clId="Web-{C229F99B-91FC-4CCB-AA17-9B031DDDE57D}" dt="2025-06-07T10:18:42.848" v="26"/>
          <ac:spMkLst>
            <pc:docMk/>
            <pc:sldMk cId="4199602133" sldId="274"/>
            <ac:spMk id="11" creationId="{FC746209-F63C-374A-65B3-53AD0B5BE21C}"/>
          </ac:spMkLst>
        </pc:spChg>
        <pc:spChg chg="del">
          <ac:chgData name="suhas shetty" userId="S::suhas@devappsys.com::0b8a8c61-01d1-4dc3-a283-e89a57431e1e" providerId="AD" clId="Web-{C229F99B-91FC-4CCB-AA17-9B031DDDE57D}" dt="2025-06-07T10:18:58.504" v="29"/>
          <ac:spMkLst>
            <pc:docMk/>
            <pc:sldMk cId="4199602133" sldId="274"/>
            <ac:spMk id="12" creationId="{E6E56F64-877A-FC1E-0777-AC779385A84B}"/>
          </ac:spMkLst>
        </pc:spChg>
        <pc:spChg chg="del">
          <ac:chgData name="suhas shetty" userId="S::suhas@devappsys.com::0b8a8c61-01d1-4dc3-a283-e89a57431e1e" providerId="AD" clId="Web-{C229F99B-91FC-4CCB-AA17-9B031DDDE57D}" dt="2025-06-07T10:18:40.832" v="24"/>
          <ac:spMkLst>
            <pc:docMk/>
            <pc:sldMk cId="4199602133" sldId="274"/>
            <ac:spMk id="15" creationId="{921BC9BB-5576-132A-E532-B046830D0D59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17.119" v="60"/>
        <pc:sldMkLst>
          <pc:docMk/>
          <pc:sldMk cId="2783255690" sldId="275"/>
        </pc:sldMkLst>
        <pc:spChg chg="mod">
          <ac:chgData name="suhas shetty" userId="S::suhas@devappsys.com::0b8a8c61-01d1-4dc3-a283-e89a57431e1e" providerId="AD" clId="Web-{C229F99B-91FC-4CCB-AA17-9B031DDDE57D}" dt="2025-06-07T10:24:11.213" v="58" actId="1076"/>
          <ac:spMkLst>
            <pc:docMk/>
            <pc:sldMk cId="2783255690" sldId="275"/>
            <ac:spMk id="2" creationId="{5D87BE63-EA7F-FBE4-55AF-B7AA4EC8BEE3}"/>
          </ac:spMkLst>
        </pc:spChg>
        <pc:spChg chg="mod">
          <ac:chgData name="suhas shetty" userId="S::suhas@devappsys.com::0b8a8c61-01d1-4dc3-a283-e89a57431e1e" providerId="AD" clId="Web-{C229F99B-91FC-4CCB-AA17-9B031DDDE57D}" dt="2025-06-07T10:24:14.619" v="59" actId="1076"/>
          <ac:spMkLst>
            <pc:docMk/>
            <pc:sldMk cId="2783255690" sldId="275"/>
            <ac:spMk id="3" creationId="{7BC1C182-11D9-7918-235F-A5FC67EDC05A}"/>
          </ac:spMkLst>
        </pc:spChg>
        <pc:spChg chg="del">
          <ac:chgData name="suhas shetty" userId="S::suhas@devappsys.com::0b8a8c61-01d1-4dc3-a283-e89a57431e1e" providerId="AD" clId="Web-{C229F99B-91FC-4CCB-AA17-9B031DDDE57D}" dt="2025-06-07T10:24:05.697" v="56"/>
          <ac:spMkLst>
            <pc:docMk/>
            <pc:sldMk cId="2783255690" sldId="275"/>
            <ac:spMk id="10" creationId="{62F81244-8E0A-46EA-8F01-D848E80BBC01}"/>
          </ac:spMkLst>
        </pc:spChg>
        <pc:spChg chg="del">
          <ac:chgData name="suhas shetty" userId="S::suhas@devappsys.com::0b8a8c61-01d1-4dc3-a283-e89a57431e1e" providerId="AD" clId="Web-{C229F99B-91FC-4CCB-AA17-9B031DDDE57D}" dt="2025-06-07T10:24:06.822" v="57"/>
          <ac:spMkLst>
            <pc:docMk/>
            <pc:sldMk cId="2783255690" sldId="275"/>
            <ac:spMk id="11" creationId="{8DDCFB93-9699-5366-C9E5-98111280C64E}"/>
          </ac:spMkLst>
        </pc:spChg>
        <pc:spChg chg="del">
          <ac:chgData name="suhas shetty" userId="S::suhas@devappsys.com::0b8a8c61-01d1-4dc3-a283-e89a57431e1e" providerId="AD" clId="Web-{C229F99B-91FC-4CCB-AA17-9B031DDDE57D}" dt="2025-06-07T10:24:17.119" v="60"/>
          <ac:spMkLst>
            <pc:docMk/>
            <pc:sldMk cId="2783255690" sldId="275"/>
            <ac:spMk id="12" creationId="{D85A16FA-06B7-6D46-5915-E9EDFDF367F5}"/>
          </ac:spMkLst>
        </pc:spChg>
        <pc:spChg chg="del">
          <ac:chgData name="suhas shetty" userId="S::suhas@devappsys.com::0b8a8c61-01d1-4dc3-a283-e89a57431e1e" providerId="AD" clId="Web-{C229F99B-91FC-4CCB-AA17-9B031DDDE57D}" dt="2025-06-07T10:24:04.838" v="55"/>
          <ac:spMkLst>
            <pc:docMk/>
            <pc:sldMk cId="2783255690" sldId="275"/>
            <ac:spMk id="15" creationId="{F0C39DDB-B5AE-AAFB-FAA3-08846CCCD776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01.862" v="7" actId="1076"/>
        <pc:sldMkLst>
          <pc:docMk/>
          <pc:sldMk cId="2466518213" sldId="276"/>
        </pc:sldMkLst>
        <pc:spChg chg="mod">
          <ac:chgData name="suhas shetty" userId="S::suhas@devappsys.com::0b8a8c61-01d1-4dc3-a283-e89a57431e1e" providerId="AD" clId="Web-{C229F99B-91FC-4CCB-AA17-9B031DDDE57D}" dt="2025-06-07T10:17:01.862" v="7" actId="1076"/>
          <ac:spMkLst>
            <pc:docMk/>
            <pc:sldMk cId="2466518213" sldId="276"/>
            <ac:spMk id="2" creationId="{44B74709-C462-95F8-08CD-0D0FCEF0E19E}"/>
          </ac:spMkLst>
        </pc:spChg>
        <pc:spChg chg="mod">
          <ac:chgData name="suhas shetty" userId="S::suhas@devappsys.com::0b8a8c61-01d1-4dc3-a283-e89a57431e1e" providerId="AD" clId="Web-{C229F99B-91FC-4CCB-AA17-9B031DDDE57D}" dt="2025-06-07T10:16:52.456" v="6" actId="1076"/>
          <ac:spMkLst>
            <pc:docMk/>
            <pc:sldMk cId="2466518213" sldId="276"/>
            <ac:spMk id="3" creationId="{CDD05D65-E3B2-A39A-4FAE-7F33521F69D0}"/>
          </ac:spMkLst>
        </pc:spChg>
        <pc:spChg chg="del">
          <ac:chgData name="suhas shetty" userId="S::suhas@devappsys.com::0b8a8c61-01d1-4dc3-a283-e89a57431e1e" providerId="AD" clId="Web-{C229F99B-91FC-4CCB-AA17-9B031DDDE57D}" dt="2025-06-07T10:16:36.033" v="2"/>
          <ac:spMkLst>
            <pc:docMk/>
            <pc:sldMk cId="2466518213" sldId="276"/>
            <ac:spMk id="10" creationId="{69E22FD6-DC33-C636-C129-4F2F60F5D49D}"/>
          </ac:spMkLst>
        </pc:spChg>
        <pc:spChg chg="del">
          <ac:chgData name="suhas shetty" userId="S::suhas@devappsys.com::0b8a8c61-01d1-4dc3-a283-e89a57431e1e" providerId="AD" clId="Web-{C229F99B-91FC-4CCB-AA17-9B031DDDE57D}" dt="2025-06-07T10:16:38.002" v="4"/>
          <ac:spMkLst>
            <pc:docMk/>
            <pc:sldMk cId="2466518213" sldId="276"/>
            <ac:spMk id="11" creationId="{322C02D8-E501-E5E3-EC9C-20DFCDE9ADB2}"/>
          </ac:spMkLst>
        </pc:spChg>
        <pc:spChg chg="del">
          <ac:chgData name="suhas shetty" userId="S::suhas@devappsys.com::0b8a8c61-01d1-4dc3-a283-e89a57431e1e" providerId="AD" clId="Web-{C229F99B-91FC-4CCB-AA17-9B031DDDE57D}" dt="2025-06-07T10:16:39.237" v="5"/>
          <ac:spMkLst>
            <pc:docMk/>
            <pc:sldMk cId="2466518213" sldId="276"/>
            <ac:spMk id="12" creationId="{FA7064AC-738F-70CD-924F-C796515CBE82}"/>
          </ac:spMkLst>
        </pc:spChg>
        <pc:spChg chg="del">
          <ac:chgData name="suhas shetty" userId="S::suhas@devappsys.com::0b8a8c61-01d1-4dc3-a283-e89a57431e1e" providerId="AD" clId="Web-{C229F99B-91FC-4CCB-AA17-9B031DDDE57D}" dt="2025-06-07T10:16:37.283" v="3"/>
          <ac:spMkLst>
            <pc:docMk/>
            <pc:sldMk cId="2466518213" sldId="276"/>
            <ac:spMk id="15" creationId="{16EDE5EC-EF28-5F1F-6F3F-1CD012B42B00}"/>
          </ac:spMkLst>
        </pc:spChg>
      </pc:sldChg>
    </pc:docChg>
  </pc:docChgLst>
  <pc:docChgLst>
    <pc:chgData name="Krishnaraj Rao" userId="S::krishnaraj@devappsys.com::a83542c9-5cf2-493e-a756-14c8b4a74310" providerId="AD" clId="Web-{8530CCF8-970C-45E7-B10C-1B8DC558D11B}"/>
    <pc:docChg chg="modSld">
      <pc:chgData name="Krishnaraj Rao" userId="S::krishnaraj@devappsys.com::a83542c9-5cf2-493e-a756-14c8b4a74310" providerId="AD" clId="Web-{8530CCF8-970C-45E7-B10C-1B8DC558D11B}" dt="2025-06-07T00:43:59.214" v="1"/>
      <pc:docMkLst>
        <pc:docMk/>
      </pc:docMkLst>
      <pc:sldChg chg="addSp delSp modSp">
        <pc:chgData name="Krishnaraj Rao" userId="S::krishnaraj@devappsys.com::a83542c9-5cf2-493e-a756-14c8b4a74310" providerId="AD" clId="Web-{8530CCF8-970C-45E7-B10C-1B8DC558D11B}" dt="2025-06-07T00:43:59.214" v="1"/>
        <pc:sldMkLst>
          <pc:docMk/>
          <pc:sldMk cId="0" sldId="256"/>
        </pc:sldMkLst>
        <pc:picChg chg="add del mod">
          <ac:chgData name="Krishnaraj Rao" userId="S::krishnaraj@devappsys.com::a83542c9-5cf2-493e-a756-14c8b4a74310" providerId="AD" clId="Web-{8530CCF8-970C-45E7-B10C-1B8DC558D11B}" dt="2025-06-07T00:43:59.214" v="1"/>
          <ac:picMkLst>
            <pc:docMk/>
            <pc:sldMk cId="0" sldId="256"/>
            <ac:picMk id="12" creationId="{055C782F-BA52-4AA7-C295-778C304A1278}"/>
          </ac:picMkLst>
        </pc:picChg>
      </pc:sldChg>
    </pc:docChg>
  </pc:docChgLst>
  <pc:docChgLst>
    <pc:chgData name="Krishnaraj Rao" userId="S::krishnaraj@devappsys.com::a83542c9-5cf2-493e-a756-14c8b4a74310" providerId="AD" clId="Web-{BB55558A-5814-425F-BF8E-19951515002E}"/>
    <pc:docChg chg="mod modSld modMainMaster">
      <pc:chgData name="Krishnaraj Rao" userId="S::krishnaraj@devappsys.com::a83542c9-5cf2-493e-a756-14c8b4a74310" providerId="AD" clId="Web-{BB55558A-5814-425F-BF8E-19951515002E}" dt="2025-06-07T00:49:22.607" v="3"/>
      <pc:docMkLst>
        <pc:docMk/>
      </pc:docMkLst>
      <pc:sldChg chg="addSp modSp">
        <pc:chgData name="Krishnaraj Rao" userId="S::krishnaraj@devappsys.com::a83542c9-5cf2-493e-a756-14c8b4a74310" providerId="AD" clId="Web-{BB55558A-5814-425F-BF8E-19951515002E}" dt="2025-06-07T00:49:13.435" v="1"/>
        <pc:sldMkLst>
          <pc:docMk/>
          <pc:sldMk cId="0" sldId="256"/>
        </pc:sldMkLst>
        <pc:spChg chg="add mod">
          <ac:chgData name="Krishnaraj Rao" userId="S::krishnaraj@devappsys.com::a83542c9-5cf2-493e-a756-14c8b4a74310" providerId="AD" clId="Web-{BB55558A-5814-425F-BF8E-19951515002E}" dt="2025-06-07T00:49:06.310" v="0"/>
          <ac:spMkLst>
            <pc:docMk/>
            <pc:sldMk cId="0" sldId="256"/>
            <ac:spMk id="12" creationId="{85F18A22-050D-96D1-3301-F57D14DE7EE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13.435" v="1"/>
          <ac:spMkLst>
            <pc:docMk/>
            <pc:sldMk cId="0" sldId="256"/>
            <ac:spMk id="13" creationId="{35FD7363-FEF8-DD18-4DF8-DEF5ADDBF19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49" creationId="{0BA155CB-A8DA-5752-7372-2A1A9EB0AA4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50" creationId="{90E327EE-D449-710A-524F-FDBC3B072DF4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6" creationId="{CDBDAF61-21A8-F453-6028-F56891D25C18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7" creationId="{03C4E3B1-EDD4-4D0B-C13E-4DE51F4B516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5" creationId="{6E420746-B275-4438-F3E0-237810C81591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6" creationId="{AEC99B2C-787C-9CDA-CF38-405CFCC78B2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0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3" creationId="{4CC9B1B3-E18A-3EA4-8FC9-9F35F59D88F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4" creationId="{59572D42-1E1A-7209-9D9D-B77B65B2F45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1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3" creationId="{E296D9E6-FFF5-BF6A-1D73-040270AD08BA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4" creationId="{0FF27691-3742-FF2D-B30F-B81BBC80157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2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6" creationId="{094548CB-5EE2-5A9E-4721-A1FBA1EA7EE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7" creationId="{9F7C080D-FC93-869B-F377-2DDD79B02D9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3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6" creationId="{30FD7492-52EC-D49F-4A27-37BDA0F53E6B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7" creationId="{A1572DA4-30F9-62BF-C8EB-D3567A28AEA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4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7" creationId="{33CADF40-D3D0-FE6D-819B-5876019D928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8" creationId="{C4232EE6-AB90-1693-D4FF-4055F84CE92C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5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0" creationId="{429B65AB-D657-3746-EE25-113CE8DC3469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1" creationId="{9BE73999-29C0-F7ED-3A16-4C18EEA9CF70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6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4" creationId="{356B3F51-87DB-965E-8D5C-086C8102B432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5" creationId="{1CFC368F-8EF1-84E4-54BA-3B4565B548F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6" creationId="{EE62FFA1-F211-B211-F9A1-ADBF68728184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7" creationId="{2B3E45DA-BA9B-A034-0B99-EFA7AF4242B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3" creationId="{AE60D82D-54A9-20A4-AED1-524904392CD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4" creationId="{496FDA14-4E30-37E7-87DC-C4AB98B85A3D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5" creationId="{AA04E0F9-F5E4-951A-EBFD-D1E065E2A81C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6" creationId="{68EF33A1-EA75-7DBD-0985-08D881B8B6DB}"/>
          </ac:spMkLst>
        </pc:spChg>
      </pc:sldChg>
      <pc:sldMasterChg chg="mod modSldLayout">
        <pc:chgData name="Krishnaraj Rao" userId="S::krishnaraj@devappsys.com::a83542c9-5cf2-493e-a756-14c8b4a74310" providerId="AD" clId="Web-{BB55558A-5814-425F-BF8E-19951515002E}" dt="2025-06-07T00:49:22.607" v="3"/>
        <pc:sldMasterMkLst>
          <pc:docMk/>
          <pc:sldMasterMk cId="0" sldId="2147483648"/>
        </pc:sldMasterMkLst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993A952B-EB64-46F1-A797-5574A5E2CF03}"/>
    <pc:docChg chg="mod modSld modMainMaster">
      <pc:chgData name="Krishnaraj Rao" userId="S::krishnaraj@devappsys.com::a83542c9-5cf2-493e-a756-14c8b4a74310" providerId="AD" clId="Web-{993A952B-EB64-46F1-A797-5574A5E2CF03}" dt="2025-06-07T00:57:34.844" v="25" actId="1076"/>
      <pc:docMkLst>
        <pc:docMk/>
      </pc:docMkLst>
      <pc:sldChg chg="addSp delSp modSp">
        <pc:chgData name="Krishnaraj Rao" userId="S::krishnaraj@devappsys.com::a83542c9-5cf2-493e-a756-14c8b4a74310" providerId="AD" clId="Web-{993A952B-EB64-46F1-A797-5574A5E2CF03}" dt="2025-06-07T00:57:34.844" v="25" actId="1076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993A952B-EB64-46F1-A797-5574A5E2CF03}" dt="2025-06-07T00:57:34.844" v="25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Krishnaraj Rao" userId="S::krishnaraj@devappsys.com::a83542c9-5cf2-493e-a756-14c8b4a74310" providerId="AD" clId="Web-{993A952B-EB64-46F1-A797-5574A5E2CF03}" dt="2025-06-07T00:52:19.845" v="1"/>
          <ac:spMkLst>
            <pc:docMk/>
            <pc:sldMk cId="0" sldId="256"/>
            <ac:spMk id="12" creationId="{85F18A22-050D-96D1-3301-F57D14DE7EE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1.110" v="2"/>
          <ac:spMkLst>
            <pc:docMk/>
            <pc:sldMk cId="0" sldId="256"/>
            <ac:spMk id="13" creationId="{35FD7363-FEF8-DD18-4DF8-DEF5ADDBF19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2:28.486" v="5"/>
          <ac:spMkLst>
            <pc:docMk/>
            <pc:sldMk cId="0" sldId="256"/>
            <ac:spMk id="14" creationId="{A788A892-53E9-C1D1-8945-E37AAF27FEF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06.442" v="21" actId="1076"/>
          <ac:spMkLst>
            <pc:docMk/>
            <pc:sldMk cId="0" sldId="256"/>
            <ac:spMk id="15" creationId="{45BF26D9-E672-5704-847A-EC70136C457F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49" creationId="{0BA155CB-A8DA-5752-7372-2A1A9EB0AA4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50" creationId="{90E327EE-D449-710A-524F-FDBC3B072DF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7"/>
            <ac:spMk id="51" creationId="{A17B05B3-0594-F81F-73B9-E312A4458F6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7"/>
            <ac:spMk id="52" creationId="{F014F566-679C-7B70-6B31-31DC6A6FB9B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6" creationId="{CDBDAF61-21A8-F453-6028-F56891D25C18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7" creationId="{03C4E3B1-EDD4-4D0B-C13E-4DE51F4B516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8"/>
            <ac:spMk id="18" creationId="{7B3027A7-DAC5-DCD6-514D-8CE16A96B9A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5" creationId="{6E420746-B275-4438-F3E0-237810C81591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6" creationId="{AEC99B2C-787C-9CDA-CF38-405CFCC78B2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9"/>
            <ac:spMk id="17" creationId="{17D831A0-7C01-707A-4C80-74428957F38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9"/>
            <ac:spMk id="18" creationId="{1F7B5AE0-E946-4423-4F82-43967F249503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0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3" creationId="{4CC9B1B3-E18A-3EA4-8FC9-9F35F59D88F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4" creationId="{59572D42-1E1A-7209-9D9D-B77B65B2F45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0"/>
            <ac:spMk id="35" creationId="{5BB8C59D-A84F-B76A-AF74-E2C7C1AB882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0"/>
            <ac:spMk id="36" creationId="{9843DB6C-6E6A-3852-CC4F-CB3AADE51CAE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1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3" creationId="{E296D9E6-FFF5-BF6A-1D73-040270AD08BA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4" creationId="{0FF27691-3742-FF2D-B30F-B81BBC80157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1"/>
            <ac:spMk id="15" creationId="{2D5696C4-FCF8-BCC3-0465-6143C8706BF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1"/>
            <ac:spMk id="16" creationId="{3B706D7D-C598-83A3-6C00-26801E598E8D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2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6" creationId="{094548CB-5EE2-5A9E-4721-A1FBA1EA7EE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7" creationId="{9F7C080D-FC93-869B-F377-2DDD79B02D9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2"/>
            <ac:spMk id="18" creationId="{31E22B1B-04BE-C61A-F002-C1AD09C6ADB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2"/>
            <ac:spMk id="19" creationId="{AB3E09E8-B768-F8D9-8A8B-63F503CAE2F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3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6" creationId="{30FD7492-52EC-D49F-4A27-37BDA0F53E6B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7" creationId="{A1572DA4-30F9-62BF-C8EB-D3567A28AEA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3"/>
            <ac:spMk id="18" creationId="{C6158D96-D804-DD74-9B1C-65F843FC17A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3"/>
            <ac:spMk id="19" creationId="{6194A6FE-EFF6-109E-58FB-CBA4BB9E20C5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4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7" creationId="{33CADF40-D3D0-FE6D-819B-5876019D928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8" creationId="{C4232EE6-AB90-1693-D4FF-4055F84CE92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4"/>
            <ac:spMk id="29" creationId="{BC86B100-FCAB-32FB-01C6-2F12FBCE34D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4"/>
            <ac:spMk id="30" creationId="{8A31F693-244D-F38C-C060-5ED257A7A28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5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0" creationId="{429B65AB-D657-3746-EE25-113CE8DC3469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1" creationId="{9BE73999-29C0-F7ED-3A16-4C18EEA9CF7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5"/>
            <ac:spMk id="22" creationId="{05024533-8989-7596-7E39-926CC316490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5"/>
            <ac:spMk id="23" creationId="{AFB55547-605D-EDB9-41FF-CD3D51DA671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6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4" creationId="{356B3F51-87DB-965E-8D5C-086C8102B432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5" creationId="{1CFC368F-8EF1-84E4-54BA-3B4565B548F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6"/>
            <ac:spMk id="26" creationId="{FAC103A1-4B09-675D-A37A-19459355F868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6"/>
            <ac:spMk id="27" creationId="{FD0538BD-B281-3C0B-F413-48312AD49C5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6" creationId="{EE62FFA1-F211-B211-F9A1-ADBF68728184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7" creationId="{2B3E45DA-BA9B-A034-0B99-EFA7AF4242B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7"/>
            <ac:spMk id="18" creationId="{668A2F5C-FF54-A66F-5D12-D192F5B5691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7"/>
            <ac:spMk id="19" creationId="{E09AA338-7558-DCBF-9BD3-6A55D9D0B666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3" creationId="{AE60D82D-54A9-20A4-AED1-524904392CD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4" creationId="{496FDA14-4E30-37E7-87DC-C4AB98B85A3D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8"/>
            <ac:spMk id="15" creationId="{7287FD4E-C786-B09B-663B-82A1E1EE551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8"/>
            <ac:spMk id="16" creationId="{7A203954-94E8-E177-2D54-36499D9C9FB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5" creationId="{AA04E0F9-F5E4-951A-EBFD-D1E065E2A81C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6" creationId="{68EF33A1-EA75-7DBD-0985-08D881B8B6D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9"/>
            <ac:spMk id="7" creationId="{2158483B-0401-A966-5BCC-93F23D71CED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9"/>
            <ac:spMk id="8" creationId="{EE169540-353F-AA0D-CE5D-9D92894927AE}"/>
          </ac:spMkLst>
        </pc:spChg>
      </pc:sldChg>
      <pc:sldMasterChg chg="modSp mod modSldLayout">
        <pc:chgData name="Krishnaraj Rao" userId="S::krishnaraj@devappsys.com::a83542c9-5cf2-493e-a756-14c8b4a74310" providerId="AD" clId="Web-{993A952B-EB64-46F1-A797-5574A5E2CF03}" dt="2025-06-07T00:55:24.496" v="24"/>
        <pc:sldMasterMkLst>
          <pc:docMk/>
          <pc:sldMasterMk cId="0" sldId="2147483648"/>
        </pc:sldMasterMkLst>
        <pc:spChg chg="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asterMk cId="0" sldId="2147483648"/>
            <ac:spMk id="5" creationId="{00000000-0000-0000-0000-000000000000}"/>
          </ac:spMkLst>
        </pc:sp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4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0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1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2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3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4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5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6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7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8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</pc:sldLayoutChg>
      </pc:sldMasterChg>
    </pc:docChg>
  </pc:docChgLst>
  <pc:docChgLst>
    <pc:chgData name="Krishnaraj Rao" userId="S::krishnaraj@devappsys.com::a83542c9-5cf2-493e-a756-14c8b4a74310" providerId="AD" clId="Web-{6217F43D-2A94-46AF-90C1-C85748EC6597}"/>
    <pc:docChg chg="addSld modSld">
      <pc:chgData name="Krishnaraj Rao" userId="S::krishnaraj@devappsys.com::a83542c9-5cf2-493e-a756-14c8b4a74310" providerId="AD" clId="Web-{6217F43D-2A94-46AF-90C1-C85748EC6597}" dt="2025-06-07T10:14:43.119" v="226" actId="20577"/>
      <pc:docMkLst>
        <pc:docMk/>
      </pc:docMkLst>
      <pc:sldChg chg="addSp delSp modSp">
        <pc:chgData name="Krishnaraj Rao" userId="S::krishnaraj@devappsys.com::a83542c9-5cf2-493e-a756-14c8b4a74310" providerId="AD" clId="Web-{6217F43D-2A94-46AF-90C1-C85748EC6597}" dt="2025-06-07T10:05:24.093" v="160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217F43D-2A94-46AF-90C1-C85748EC6597}" dt="2025-06-07T09:26:41.172" v="6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00.969" v="10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8:33.377" v="25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5:24.093" v="160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4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52.142" v="19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7:42.943" v="119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5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6"/>
          <ac:spMkLst>
            <pc:docMk/>
            <pc:sldMk cId="0" sldId="257"/>
            <ac:spMk id="48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4"/>
          <ac:spMkLst>
            <pc:docMk/>
            <pc:sldMk cId="0" sldId="257"/>
            <ac:spMk id="50" creationId="{40C7A061-A9F9-91A3-F425-FE80FA8D66E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3"/>
          <ac:spMkLst>
            <pc:docMk/>
            <pc:sldMk cId="0" sldId="257"/>
            <ac:spMk id="53" creationId="{47A6797E-280B-1055-C494-8093D3FA38B1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4"/>
          <ac:spMkLst>
            <pc:docMk/>
            <pc:sldMk cId="0" sldId="257"/>
            <ac:spMk id="55" creationId="{CE39E873-83B2-5DCC-477D-1D6D1622CB1C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3"/>
          <ac:spMkLst>
            <pc:docMk/>
            <pc:sldMk cId="0" sldId="257"/>
            <ac:spMk id="57" creationId="{0398FE93-FA09-C39E-2B36-1A635D3614A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2"/>
          <ac:spMkLst>
            <pc:docMk/>
            <pc:sldMk cId="0" sldId="257"/>
            <ac:spMk id="58" creationId="{97CE721C-7EAD-92DA-4156-F5B171C68162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7"/>
          <ac:spMkLst>
            <pc:docMk/>
            <pc:sldMk cId="0" sldId="257"/>
            <ac:spMk id="61" creationId="{E0385902-10FC-9EF6-50F9-248B3E78AC6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415" v="158"/>
          <ac:spMkLst>
            <pc:docMk/>
            <pc:sldMk cId="0" sldId="257"/>
            <ac:spMk id="62" creationId="{2504A983-3E7A-EFD5-8F19-5F30731E9222}"/>
          </ac:spMkLst>
        </pc:spChg>
        <pc:grpChg chg="mod">
          <ac:chgData name="Krishnaraj Rao" userId="S::krishnaraj@devappsys.com::a83542c9-5cf2-493e-a756-14c8b4a74310" providerId="AD" clId="Web-{6217F43D-2A94-46AF-90C1-C85748EC6597}" dt="2025-06-07T09:29:14.206" v="27" actId="1076"/>
          <ac:grpSpMkLst>
            <pc:docMk/>
            <pc:sldMk cId="0" sldId="257"/>
            <ac:grpSpMk id="44" creationId="{00000000-0000-0000-0000-000000000000}"/>
          </ac:grpSpMkLst>
        </pc:grpChg>
        <pc:grpChg chg="add mod">
          <ac:chgData name="Krishnaraj Rao" userId="S::krishnaraj@devappsys.com::a83542c9-5cf2-493e-a756-14c8b4a74310" providerId="AD" clId="Web-{6217F43D-2A94-46AF-90C1-C85748EC6597}" dt="2025-06-07T10:03:00.208" v="146" actId="1076"/>
          <ac:grpSpMkLst>
            <pc:docMk/>
            <pc:sldMk cId="0" sldId="257"/>
            <ac:grpSpMk id="59" creationId="{2BD9318D-F62C-595C-ED79-4644ED29D06A}"/>
          </ac:grpSpMkLst>
        </pc:grpChg>
      </pc:sldChg>
      <pc:sldChg chg="modSp">
        <pc:chgData name="Krishnaraj Rao" userId="S::krishnaraj@devappsys.com::a83542c9-5cf2-493e-a756-14c8b4a74310" providerId="AD" clId="Web-{6217F43D-2A94-46AF-90C1-C85748EC6597}" dt="2025-06-07T10:14:43.119" v="226" actId="20577"/>
        <pc:sldMkLst>
          <pc:docMk/>
          <pc:sldMk cId="0" sldId="268"/>
        </pc:sldMkLst>
        <pc:spChg chg="mod">
          <ac:chgData name="Krishnaraj Rao" userId="S::krishnaraj@devappsys.com::a83542c9-5cf2-493e-a756-14c8b4a74310" providerId="AD" clId="Web-{6217F43D-2A94-46AF-90C1-C85748EC6597}" dt="2025-06-07T10:14:43.119" v="226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217F43D-2A94-46AF-90C1-C85748EC6597}" dt="2025-06-07T09:52:38.376" v="1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217F43D-2A94-46AF-90C1-C85748EC6597}" dt="2025-06-07T09:52:38.376" v="101" actId="20577"/>
          <ac:spMkLst>
            <pc:docMk/>
            <pc:sldMk cId="2287379508" sldId="271"/>
            <ac:spMk id="9" creationId="{12B9693A-628F-8041-7BC9-5F1E902449D1}"/>
          </ac:spMkLst>
        </pc:spChg>
      </pc:sldChg>
      <pc:sldChg chg="addSp modSp">
        <pc:chgData name="Krishnaraj Rao" userId="S::krishnaraj@devappsys.com::a83542c9-5cf2-493e-a756-14c8b4a74310" providerId="AD" clId="Web-{6217F43D-2A94-46AF-90C1-C85748EC6597}" dt="2025-06-07T10:08:10.518" v="177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217F43D-2A94-46AF-90C1-C85748EC6597}" dt="2025-06-07T10:07:57.487" v="175" actId="1076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7:52.502" v="174" actId="1076"/>
          <ac:spMkLst>
            <pc:docMk/>
            <pc:sldMk cId="3480894903" sldId="273"/>
            <ac:spMk id="9" creationId="{7D9BE6DE-92DA-FBB6-6EB2-8744095645C4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7:32.189" v="169" actId="14100"/>
          <ac:grpSpMkLst>
            <pc:docMk/>
            <pc:sldMk cId="3480894903" sldId="273"/>
            <ac:grpSpMk id="4" creationId="{98376E93-0E2E-9726-C3C0-2F3CB7841D26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08:10.518" v="177" actId="14100"/>
          <ac:picMkLst>
            <pc:docMk/>
            <pc:sldMk cId="3480894903" sldId="273"/>
            <ac:picMk id="13" creationId="{A2F2963B-196E-0362-4BF4-0D18BD039FDB}"/>
          </ac:picMkLst>
        </pc:picChg>
      </pc:sldChg>
      <pc:sldChg chg="addSp modSp add replId">
        <pc:chgData name="Krishnaraj Rao" userId="S::krishnaraj@devappsys.com::a83542c9-5cf2-493e-a756-14c8b4a74310" providerId="AD" clId="Web-{6217F43D-2A94-46AF-90C1-C85748EC6597}" dt="2025-06-07T09:52:01.750" v="100" actId="1076"/>
        <pc:sldMkLst>
          <pc:docMk/>
          <pc:sldMk cId="2783255690" sldId="275"/>
        </pc:sldMkLst>
        <pc:spChg chg="mod">
          <ac:chgData name="Krishnaraj Rao" userId="S::krishnaraj@devappsys.com::a83542c9-5cf2-493e-a756-14c8b4a74310" providerId="AD" clId="Web-{6217F43D-2A94-46AF-90C1-C85748EC6597}" dt="2025-06-07T09:52:01.750" v="100" actId="1076"/>
          <ac:spMkLst>
            <pc:docMk/>
            <pc:sldMk cId="2783255690" sldId="275"/>
            <ac:spMk id="5" creationId="{487E9DEE-4E73-2FED-9AB6-E8FC4B11D8AD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1:59" v="99" actId="1076"/>
          <ac:spMkLst>
            <pc:docMk/>
            <pc:sldMk cId="2783255690" sldId="275"/>
            <ac:spMk id="9" creationId="{24BF6FCB-1B82-2758-1A6E-D4A02EC55439}"/>
          </ac:spMkLst>
        </pc:spChg>
        <pc:graphicFrameChg chg="add mod modGraphic">
          <ac:chgData name="Krishnaraj Rao" userId="S::krishnaraj@devappsys.com::a83542c9-5cf2-493e-a756-14c8b4a74310" providerId="AD" clId="Web-{6217F43D-2A94-46AF-90C1-C85748EC6597}" dt="2025-06-07T09:51:48.343" v="96"/>
          <ac:graphicFrameMkLst>
            <pc:docMk/>
            <pc:sldMk cId="2783255690" sldId="275"/>
            <ac:graphicFrameMk id="14" creationId="{6B01A76A-C38A-D2CC-838D-9A31A6A7474B}"/>
          </ac:graphicFrameMkLst>
        </pc:graphicFrameChg>
      </pc:sldChg>
      <pc:sldChg chg="addSp modSp add replId">
        <pc:chgData name="Krishnaraj Rao" userId="S::krishnaraj@devappsys.com::a83542c9-5cf2-493e-a756-14c8b4a74310" providerId="AD" clId="Web-{6217F43D-2A94-46AF-90C1-C85748EC6597}" dt="2025-06-07T10:11:57.663" v="225" actId="14100"/>
        <pc:sldMkLst>
          <pc:docMk/>
          <pc:sldMk cId="2466518213" sldId="276"/>
        </pc:sldMkLst>
        <pc:spChg chg="mod">
          <ac:chgData name="Krishnaraj Rao" userId="S::krishnaraj@devappsys.com::a83542c9-5cf2-493e-a756-14c8b4a74310" providerId="AD" clId="Web-{6217F43D-2A94-46AF-90C1-C85748EC6597}" dt="2025-06-07T10:11:48.319" v="224" actId="20577"/>
          <ac:spMkLst>
            <pc:docMk/>
            <pc:sldMk cId="2466518213" sldId="276"/>
            <ac:spMk id="5" creationId="{C3B135D7-88A5-B84B-C023-37DC14FBFBAA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11:00.349" v="219" actId="1076"/>
          <ac:spMkLst>
            <pc:docMk/>
            <pc:sldMk cId="2466518213" sldId="276"/>
            <ac:spMk id="9" creationId="{72A4B228-6952-4F52-16AC-B47AB546A649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9:02.628" v="189" actId="1076"/>
          <ac:grpSpMkLst>
            <pc:docMk/>
            <pc:sldMk cId="2466518213" sldId="276"/>
            <ac:grpSpMk id="4" creationId="{0362F84B-568A-E77B-A22D-D15ACE8BD1F3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11:57.663" v="225" actId="14100"/>
          <ac:picMkLst>
            <pc:docMk/>
            <pc:sldMk cId="2466518213" sldId="276"/>
            <ac:picMk id="13" creationId="{D48FCAFE-9E44-9383-2094-5CCBC9B2982F}"/>
          </ac:picMkLst>
        </pc:picChg>
      </pc:sldChg>
    </pc:docChg>
  </pc:docChgLst>
  <pc:docChgLst>
    <pc:chgData name="Guest User" userId="S::urn:spo:tenantanon#efda937d-84e0-40c4-9af3-7c13939e1814::" providerId="AD" clId="Web-{1CD83F2A-5343-79CD-B045-87E6A60A27CD}"/>
    <pc:docChg chg="modSld">
      <pc:chgData name="Guest User" userId="S::urn:spo:tenantanon#efda937d-84e0-40c4-9af3-7c13939e1814::" providerId="AD" clId="Web-{1CD83F2A-5343-79CD-B045-87E6A60A27CD}" dt="2025-06-09T07:43:07.523" v="25"/>
      <pc:docMkLst>
        <pc:docMk/>
      </pc:docMkLst>
      <pc:sldChg chg="addSp delSp modSp">
        <pc:chgData name="Guest User" userId="S::urn:spo:tenantanon#efda937d-84e0-40c4-9af3-7c13939e1814::" providerId="AD" clId="Web-{1CD83F2A-5343-79CD-B045-87E6A60A27CD}" dt="2025-06-09T07:43:07.523" v="25"/>
        <pc:sldMkLst>
          <pc:docMk/>
          <pc:sldMk cId="0" sldId="265"/>
        </pc:sldMkLst>
        <pc:spChg chg="add del">
          <ac:chgData name="Guest User" userId="S::urn:spo:tenantanon#efda937d-84e0-40c4-9af3-7c13939e1814::" providerId="AD" clId="Web-{1CD83F2A-5343-79CD-B045-87E6A60A27CD}" dt="2025-06-09T07:43:07.523" v="20"/>
          <ac:spMkLst>
            <pc:docMk/>
            <pc:sldMk cId="0" sldId="265"/>
            <ac:spMk id="9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1"/>
          <ac:spMkLst>
            <pc:docMk/>
            <pc:sldMk cId="0" sldId="265"/>
            <ac:spMk id="10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2"/>
          <ac:spMkLst>
            <pc:docMk/>
            <pc:sldMk cId="0" sldId="265"/>
            <ac:spMk id="11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3"/>
          <ac:spMkLst>
            <pc:docMk/>
            <pc:sldMk cId="0" sldId="265"/>
            <ac:spMk id="12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4"/>
          <ac:spMkLst>
            <pc:docMk/>
            <pc:sldMk cId="0" sldId="265"/>
            <ac:spMk id="13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Guest User" userId="S::urn:spo:tenantanon#efda937d-84e0-40c4-9af3-7c13939e1814::" providerId="AD" clId="Web-{1CD83F2A-5343-79CD-B045-87E6A60A27CD}" dt="2025-06-09T07:43:06.945" v="19" actId="14100"/>
          <ac:spMkLst>
            <pc:docMk/>
            <pc:sldMk cId="0" sldId="265"/>
            <ac:spMk id="23" creationId="{AFB55547-605D-EDB9-41FF-CD3D51DA6714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5.882" v="17" actId="1076"/>
        <pc:sldMkLst>
          <pc:docMk/>
          <pc:sldMk cId="0" sldId="266"/>
        </pc:sldMkLst>
        <pc:spChg chg="mod">
          <ac:chgData name="Guest User" userId="S::urn:spo:tenantanon#efda937d-84e0-40c4-9af3-7c13939e1814::" providerId="AD" clId="Web-{1CD83F2A-5343-79CD-B045-87E6A60A27CD}" dt="2025-06-09T07:43:05.882" v="17" actId="1076"/>
          <ac:spMkLst>
            <pc:docMk/>
            <pc:sldMk cId="0" sldId="266"/>
            <ac:spMk id="27" creationId="{FD0538BD-B281-3C0B-F413-48312AD49C50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5.616" v="16" actId="1076"/>
        <pc:sldMkLst>
          <pc:docMk/>
          <pc:sldMk cId="0" sldId="267"/>
        </pc:sldMkLst>
        <pc:spChg chg="mod">
          <ac:chgData name="Guest User" userId="S::urn:spo:tenantanon#efda937d-84e0-40c4-9af3-7c13939e1814::" providerId="AD" clId="Web-{1CD83F2A-5343-79CD-B045-87E6A60A27CD}" dt="2025-06-09T07:43:05.616" v="16" actId="1076"/>
          <ac:spMkLst>
            <pc:docMk/>
            <pc:sldMk cId="0" sldId="267"/>
            <ac:spMk id="19" creationId="{E09AA338-7558-DCBF-9BD3-6A55D9D0B666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5.538" v="15" actId="1076"/>
        <pc:sldMkLst>
          <pc:docMk/>
          <pc:sldMk cId="0" sldId="268"/>
        </pc:sldMkLst>
        <pc:spChg chg="mod">
          <ac:chgData name="Guest User" userId="S::urn:spo:tenantanon#efda937d-84e0-40c4-9af3-7c13939e1814::" providerId="AD" clId="Web-{1CD83F2A-5343-79CD-B045-87E6A60A27CD}" dt="2025-06-09T07:43:05.538" v="15" actId="1076"/>
          <ac:spMkLst>
            <pc:docMk/>
            <pc:sldMk cId="0" sldId="268"/>
            <ac:spMk id="16" creationId="{7A203954-94E8-E177-2D54-36499D9C9FB4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4.710" v="14" actId="1076"/>
        <pc:sldMkLst>
          <pc:docMk/>
          <pc:sldMk cId="0" sldId="269"/>
        </pc:sldMkLst>
        <pc:spChg chg="mod">
          <ac:chgData name="Guest User" userId="S::urn:spo:tenantanon#efda937d-84e0-40c4-9af3-7c13939e1814::" providerId="AD" clId="Web-{1CD83F2A-5343-79CD-B045-87E6A60A27CD}" dt="2025-06-09T07:43:04.710" v="14" actId="1076"/>
          <ac:spMkLst>
            <pc:docMk/>
            <pc:sldMk cId="0" sldId="269"/>
            <ac:spMk id="8" creationId="{EE169540-353F-AA0D-CE5D-9D92894927AE}"/>
          </ac:spMkLst>
        </pc:spChg>
      </pc:sldChg>
    </pc:docChg>
  </pc:docChgLst>
  <pc:docChgLst>
    <pc:chgData name="Bharath Raj" userId="S::bharathraj@devappsys.com::94d9684c-50e3-43a6-bc0f-7d1e94f3ae4e" providerId="AD" clId="Web-{8F40484E-1A4A-44C5-A2E8-9A80D22FC275}"/>
    <pc:docChg chg="modSld">
      <pc:chgData name="Bharath Raj" userId="S::bharathraj@devappsys.com::94d9684c-50e3-43a6-bc0f-7d1e94f3ae4e" providerId="AD" clId="Web-{8F40484E-1A4A-44C5-A2E8-9A80D22FC275}" dt="2025-06-09T08:00:11.230" v="70" actId="1076"/>
      <pc:docMkLst>
        <pc:docMk/>
      </pc:docMkLst>
      <pc:sldChg chg="addSp delSp modSp">
        <pc:chgData name="Bharath Raj" userId="S::bharathraj@devappsys.com::94d9684c-50e3-43a6-bc0f-7d1e94f3ae4e" providerId="AD" clId="Web-{8F40484E-1A4A-44C5-A2E8-9A80D22FC275}" dt="2025-06-09T08:00:01.683" v="69" actId="1076"/>
        <pc:sldMkLst>
          <pc:docMk/>
          <pc:sldMk cId="0" sldId="256"/>
        </pc:sldMkLst>
        <pc:spChg chg="mod">
          <ac:chgData name="Bharath Raj" userId="S::bharathraj@devappsys.com::94d9684c-50e3-43a6-bc0f-7d1e94f3ae4e" providerId="AD" clId="Web-{8F40484E-1A4A-44C5-A2E8-9A80D22FC275}" dt="2025-06-09T07:57:00.227" v="61" actId="1076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Bharath Raj" userId="S::bharathraj@devappsys.com::94d9684c-50e3-43a6-bc0f-7d1e94f3ae4e" providerId="AD" clId="Web-{8F40484E-1A4A-44C5-A2E8-9A80D22FC275}" dt="2025-06-09T07:47:39.032" v="19"/>
          <ac:spMkLst>
            <pc:docMk/>
            <pc:sldMk cId="0" sldId="256"/>
            <ac:spMk id="5" creationId="{B5C836ED-AF4C-772A-E7AC-7D587F4BC8E9}"/>
          </ac:spMkLst>
        </pc:spChg>
        <pc:spChg chg="add mod">
          <ac:chgData name="Bharath Raj" userId="S::bharathraj@devappsys.com::94d9684c-50e3-43a6-bc0f-7d1e94f3ae4e" providerId="AD" clId="Web-{8F40484E-1A4A-44C5-A2E8-9A80D22FC275}" dt="2025-06-09T07:52:26.286" v="58" actId="20577"/>
          <ac:spMkLst>
            <pc:docMk/>
            <pc:sldMk cId="0" sldId="256"/>
            <ac:spMk id="6" creationId="{3C32635B-2E2B-E675-29F7-DBC685B729AC}"/>
          </ac:spMkLst>
        </pc:spChg>
        <pc:spChg chg="add mod">
          <ac:chgData name="Bharath Raj" userId="S::bharathraj@devappsys.com::94d9684c-50e3-43a6-bc0f-7d1e94f3ae4e" providerId="AD" clId="Web-{8F40484E-1A4A-44C5-A2E8-9A80D22FC275}" dt="2025-06-09T07:52:26.786" v="60" actId="20577"/>
          <ac:spMkLst>
            <pc:docMk/>
            <pc:sldMk cId="0" sldId="256"/>
            <ac:spMk id="9" creationId="{EE1018EE-FD30-B31C-930A-89E29CBD7D15}"/>
          </ac:spMkLst>
        </pc:spChg>
        <pc:spChg chg="mod">
          <ac:chgData name="Bharath Raj" userId="S::bharathraj@devappsys.com::94d9684c-50e3-43a6-bc0f-7d1e94f3ae4e" providerId="AD" clId="Web-{8F40484E-1A4A-44C5-A2E8-9A80D22FC275}" dt="2025-06-09T07:49:51.455" v="24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Bharath Raj" userId="S::bharathraj@devappsys.com::94d9684c-50e3-43a6-bc0f-7d1e94f3ae4e" providerId="AD" clId="Web-{8F40484E-1A4A-44C5-A2E8-9A80D22FC275}" dt="2025-06-09T08:00:01.683" v="69" actId="1076"/>
          <ac:spMkLst>
            <pc:docMk/>
            <pc:sldMk cId="0" sldId="256"/>
            <ac:spMk id="14" creationId="{A788A892-53E9-C1D1-8945-E37AAF27FEF5}"/>
          </ac:spMkLst>
        </pc:spChg>
        <pc:grpChg chg="mod">
          <ac:chgData name="Bharath Raj" userId="S::bharathraj@devappsys.com::94d9684c-50e3-43a6-bc0f-7d1e94f3ae4e" providerId="AD" clId="Web-{8F40484E-1A4A-44C5-A2E8-9A80D22FC275}" dt="2025-06-09T07:57:16.977" v="62" actId="1076"/>
          <ac:grpSpMkLst>
            <pc:docMk/>
            <pc:sldMk cId="0" sldId="256"/>
            <ac:grpSpMk id="2" creationId="{00000000-0000-0000-0000-000000000000}"/>
          </ac:grpSpMkLst>
        </pc:grpChg>
      </pc:sldChg>
      <pc:sldChg chg="modSp">
        <pc:chgData name="Bharath Raj" userId="S::bharathraj@devappsys.com::94d9684c-50e3-43a6-bc0f-7d1e94f3ae4e" providerId="AD" clId="Web-{8F40484E-1A4A-44C5-A2E8-9A80D22FC275}" dt="2025-06-09T08:00:11.230" v="70" actId="1076"/>
        <pc:sldMkLst>
          <pc:docMk/>
          <pc:sldMk cId="0" sldId="257"/>
        </pc:sldMkLst>
        <pc:spChg chg="mod">
          <ac:chgData name="Bharath Raj" userId="S::bharathraj@devappsys.com::94d9684c-50e3-43a6-bc0f-7d1e94f3ae4e" providerId="AD" clId="Web-{8F40484E-1A4A-44C5-A2E8-9A80D22FC275}" dt="2025-06-09T07:58:10.134" v="65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Bharath Raj" userId="S::bharathraj@devappsys.com::94d9684c-50e3-43a6-bc0f-7d1e94f3ae4e" providerId="AD" clId="Web-{8F40484E-1A4A-44C5-A2E8-9A80D22FC275}" dt="2025-06-09T08:00:11.230" v="70" actId="1076"/>
          <ac:spMkLst>
            <pc:docMk/>
            <pc:sldMk cId="0" sldId="257"/>
            <ac:spMk id="52" creationId="{F014F566-679C-7B70-6B31-31DC6A6FB9B1}"/>
          </ac:spMkLst>
        </pc:spChg>
      </pc:sldChg>
      <pc:sldChg chg="addSp">
        <pc:chgData name="Bharath Raj" userId="S::bharathraj@devappsys.com::94d9684c-50e3-43a6-bc0f-7d1e94f3ae4e" providerId="AD" clId="Web-{8F40484E-1A4A-44C5-A2E8-9A80D22FC275}" dt="2025-06-09T07:44:42.060" v="3"/>
        <pc:sldMkLst>
          <pc:docMk/>
          <pc:sldMk cId="0" sldId="259"/>
        </pc:sldMkLst>
        <pc:spChg chg="add">
          <ac:chgData name="Bharath Raj" userId="S::bharathraj@devappsys.com::94d9684c-50e3-43a6-bc0f-7d1e94f3ae4e" providerId="AD" clId="Web-{8F40484E-1A4A-44C5-A2E8-9A80D22FC275}" dt="2025-06-09T07:44:42.060" v="3"/>
          <ac:spMkLst>
            <pc:docMk/>
            <pc:sldMk cId="0" sldId="259"/>
            <ac:spMk id="3" creationId="{C597A9B1-90A9-775B-5F0B-8D62A6479A8C}"/>
          </ac:spMkLst>
        </pc:spChg>
      </pc:sldChg>
      <pc:sldChg chg="delSp modSp">
        <pc:chgData name="Bharath Raj" userId="S::bharathraj@devappsys.com::94d9684c-50e3-43a6-bc0f-7d1e94f3ae4e" providerId="AD" clId="Web-{8F40484E-1A4A-44C5-A2E8-9A80D22FC275}" dt="2025-06-09T07:45:08.514" v="10" actId="1076"/>
        <pc:sldMkLst>
          <pc:docMk/>
          <pc:sldMk cId="0" sldId="265"/>
        </pc:sldMkLst>
        <pc:spChg chg="del">
          <ac:chgData name="Bharath Raj" userId="S::bharathraj@devappsys.com::94d9684c-50e3-43a6-bc0f-7d1e94f3ae4e" providerId="AD" clId="Web-{8F40484E-1A4A-44C5-A2E8-9A80D22FC275}" dt="2025-06-09T07:44:59.889" v="9"/>
          <ac:spMkLst>
            <pc:docMk/>
            <pc:sldMk cId="0" sldId="265"/>
            <ac:spMk id="9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857" v="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811" v="7"/>
          <ac:spMkLst>
            <pc:docMk/>
            <pc:sldMk cId="0" sldId="265"/>
            <ac:spMk id="11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764" v="6"/>
          <ac:spMkLst>
            <pc:docMk/>
            <pc:sldMk cId="0" sldId="265"/>
            <ac:spMk id="12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717" v="5"/>
          <ac:spMkLst>
            <pc:docMk/>
            <pc:sldMk cId="0" sldId="265"/>
            <ac:spMk id="13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654" v="4"/>
          <ac:spMkLst>
            <pc:docMk/>
            <pc:sldMk cId="0" sldId="265"/>
            <ac:spMk id="14" creationId="{00000000-0000-0000-0000-000000000000}"/>
          </ac:spMkLst>
        </pc:spChg>
        <pc:spChg chg="mod">
          <ac:chgData name="Bharath Raj" userId="S::bharathraj@devappsys.com::94d9684c-50e3-43a6-bc0f-7d1e94f3ae4e" providerId="AD" clId="Web-{8F40484E-1A4A-44C5-A2E8-9A80D22FC275}" dt="2025-06-09T07:45:08.514" v="10" actId="1076"/>
          <ac:spMkLst>
            <pc:docMk/>
            <pc:sldMk cId="0" sldId="265"/>
            <ac:spMk id="23" creationId="{AFB55547-605D-EDB9-41FF-CD3D51DA6714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45:18.108" v="11" actId="1076"/>
        <pc:sldMkLst>
          <pc:docMk/>
          <pc:sldMk cId="0" sldId="266"/>
        </pc:sldMkLst>
        <pc:spChg chg="mod">
          <ac:chgData name="Bharath Raj" userId="S::bharathraj@devappsys.com::94d9684c-50e3-43a6-bc0f-7d1e94f3ae4e" providerId="AD" clId="Web-{8F40484E-1A4A-44C5-A2E8-9A80D22FC275}" dt="2025-06-09T07:45:18.108" v="11" actId="1076"/>
          <ac:spMkLst>
            <pc:docMk/>
            <pc:sldMk cId="0" sldId="266"/>
            <ac:spMk id="27" creationId="{FD0538BD-B281-3C0B-F413-48312AD49C50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45:28.577" v="12" actId="1076"/>
        <pc:sldMkLst>
          <pc:docMk/>
          <pc:sldMk cId="0" sldId="267"/>
        </pc:sldMkLst>
        <pc:spChg chg="mod">
          <ac:chgData name="Bharath Raj" userId="S::bharathraj@devappsys.com::94d9684c-50e3-43a6-bc0f-7d1e94f3ae4e" providerId="AD" clId="Web-{8F40484E-1A4A-44C5-A2E8-9A80D22FC275}" dt="2025-06-09T07:45:28.577" v="12" actId="1076"/>
          <ac:spMkLst>
            <pc:docMk/>
            <pc:sldMk cId="0" sldId="267"/>
            <ac:spMk id="19" creationId="{E09AA338-7558-DCBF-9BD3-6A55D9D0B666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45:39.467" v="13" actId="1076"/>
        <pc:sldMkLst>
          <pc:docMk/>
          <pc:sldMk cId="0" sldId="268"/>
        </pc:sldMkLst>
        <pc:spChg chg="mod">
          <ac:chgData name="Bharath Raj" userId="S::bharathraj@devappsys.com::94d9684c-50e3-43a6-bc0f-7d1e94f3ae4e" providerId="AD" clId="Web-{8F40484E-1A4A-44C5-A2E8-9A80D22FC275}" dt="2025-06-09T07:45:39.467" v="13" actId="1076"/>
          <ac:spMkLst>
            <pc:docMk/>
            <pc:sldMk cId="0" sldId="268"/>
            <ac:spMk id="16" creationId="{7A203954-94E8-E177-2D54-36499D9C9FB4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59:42.839" v="68" actId="1076"/>
        <pc:sldMkLst>
          <pc:docMk/>
          <pc:sldMk cId="0" sldId="269"/>
        </pc:sldMkLst>
        <pc:spChg chg="mod">
          <ac:chgData name="Bharath Raj" userId="S::bharathraj@devappsys.com::94d9684c-50e3-43a6-bc0f-7d1e94f3ae4e" providerId="AD" clId="Web-{8F40484E-1A4A-44C5-A2E8-9A80D22FC275}" dt="2025-06-09T07:59:42.839" v="68" actId="1076"/>
          <ac:spMkLst>
            <pc:docMk/>
            <pc:sldMk cId="0" sldId="269"/>
            <ac:spMk id="8" creationId="{EE169540-353F-AA0D-CE5D-9D92894927AE}"/>
          </ac:spMkLst>
        </pc:spChg>
      </pc:sldChg>
      <pc:sldChg chg="addSp">
        <pc:chgData name="Bharath Raj" userId="S::bharathraj@devappsys.com::94d9684c-50e3-43a6-bc0f-7d1e94f3ae4e" providerId="AD" clId="Web-{8F40484E-1A4A-44C5-A2E8-9A80D22FC275}" dt="2025-06-09T07:44:36.420" v="2"/>
        <pc:sldMkLst>
          <pc:docMk/>
          <pc:sldMk cId="1378273258" sldId="272"/>
        </pc:sldMkLst>
        <pc:spChg chg="add">
          <ac:chgData name="Bharath Raj" userId="S::bharathraj@devappsys.com::94d9684c-50e3-43a6-bc0f-7d1e94f3ae4e" providerId="AD" clId="Web-{8F40484E-1A4A-44C5-A2E8-9A80D22FC275}" dt="2025-06-09T07:44:36.420" v="2"/>
          <ac:spMkLst>
            <pc:docMk/>
            <pc:sldMk cId="1378273258" sldId="272"/>
            <ac:spMk id="3" creationId="{05E29320-7793-4496-040B-CE09BE69068C}"/>
          </ac:spMkLst>
        </pc:spChg>
      </pc:sldChg>
      <pc:sldChg chg="addSp modSp">
        <pc:chgData name="Bharath Raj" userId="S::bharathraj@devappsys.com::94d9684c-50e3-43a6-bc0f-7d1e94f3ae4e" providerId="AD" clId="Web-{8F40484E-1A4A-44C5-A2E8-9A80D22FC275}" dt="2025-06-09T07:58:37.197" v="67" actId="1076"/>
        <pc:sldMkLst>
          <pc:docMk/>
          <pc:sldMk cId="2783255690" sldId="275"/>
        </pc:sldMkLst>
        <pc:spChg chg="add mod">
          <ac:chgData name="Bharath Raj" userId="S::bharathraj@devappsys.com::94d9684c-50e3-43a6-bc0f-7d1e94f3ae4e" providerId="AD" clId="Web-{8F40484E-1A4A-44C5-A2E8-9A80D22FC275}" dt="2025-06-09T07:58:37.197" v="67" actId="1076"/>
          <ac:spMkLst>
            <pc:docMk/>
            <pc:sldMk cId="2783255690" sldId="275"/>
            <ac:spMk id="11" creationId="{E90389BD-79FA-1FE3-B589-E33CEC24638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learn.microsoft.com/en-us/dotnet/api/system.componentmodel.dataannotations" TargetMode="External"/><Relationship Id="rId4" Type="http://schemas.openxmlformats.org/officeDocument/2006/relationships/hyperlink" Target="https://learn.microsoft.com/en-us/aspnet/core/tutorials/getting-started-with-swashbuckle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1081" y="3668501"/>
            <a:ext cx="14751859" cy="5262274"/>
            <a:chOff x="-2672307" y="-311515"/>
            <a:chExt cx="19669145" cy="7016367"/>
          </a:xfrm>
        </p:grpSpPr>
        <p:sp>
          <p:nvSpPr>
            <p:cNvPr id="3" name="TextBox 3"/>
            <p:cNvSpPr txBox="1"/>
            <p:nvPr/>
          </p:nvSpPr>
          <p:spPr>
            <a:xfrm>
              <a:off x="-2672307" y="-311515"/>
              <a:ext cx="19669145" cy="70163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IN" sz="9600" b="1" dirty="0">
                  <a:solidFill>
                    <a:schemeClr val="bg1"/>
                  </a:solidFill>
                </a:rPr>
                <a:t>Swagger / OpenAPI Integration in ASP.NET Core (.NET 8)</a:t>
              </a:r>
              <a:endParaRPr lang="en-US" b="1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solidFill>
                  <a:srgbClr val="FFFFFF"/>
                </a:solidFill>
                <a:latin typeface="+mj-lt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208994" y="9053228"/>
            <a:ext cx="422394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 dirty="0">
                <a:solidFill>
                  <a:srgbClr val="FFFFFF"/>
                </a:solidFill>
                <a:latin typeface="+mj-lt"/>
                <a:ea typeface="Agrandir Bold"/>
                <a:cs typeface="Agrandir Bold"/>
                <a:sym typeface="Agrandir Bold"/>
              </a:rPr>
              <a:t>By : Mr. Shivam Supekar</a:t>
            </a:r>
            <a:endParaRPr lang="en-US" sz="3200" b="1" dirty="0">
              <a:solidFill>
                <a:srgbClr val="FFFFFF"/>
              </a:solidFill>
              <a:latin typeface="+mj-lt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048" y="954760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latin typeface="+mj-lt"/>
              </a:rPr>
              <a:pPr/>
              <a:t>1</a:t>
            </a:fld>
            <a:endParaRPr lang="en-GB" sz="2000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317BE6-C01E-CF59-618A-67FA9503F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8" b="18525"/>
          <a:stretch>
            <a:fillRect/>
          </a:stretch>
        </p:blipFill>
        <p:spPr>
          <a:xfrm>
            <a:off x="5174037" y="1233772"/>
            <a:ext cx="7507705" cy="24347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657725" y="1104900"/>
            <a:ext cx="11068050" cy="129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+mj-lt"/>
                <a:ea typeface="Heebo Black"/>
                <a:cs typeface="Heebo Black"/>
                <a:sym typeface="Heebo Black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775098" y="2912245"/>
            <a:ext cx="5548532" cy="932518"/>
            <a:chOff x="0" y="0"/>
            <a:chExt cx="7398043" cy="1243356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7" y="335404"/>
              <a:ext cx="442528" cy="456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0123" y="270697"/>
              <a:ext cx="5587920" cy="972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Introduction to Swagger</a:t>
              </a:r>
              <a:endParaRPr lang="en-US" sz="2400" dirty="0">
                <a:latin typeface="+mj-lt"/>
                <a:ea typeface="Calibri"/>
                <a:cs typeface="Calibri"/>
              </a:endParaRPr>
            </a:p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endParaRPr lang="en-US" sz="2400" u="none" dirty="0">
                <a:solidFill>
                  <a:srgbClr val="33123B"/>
                </a:solidFill>
                <a:latin typeface="+mj-lt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548532" cy="941687"/>
            <a:chOff x="0" y="0"/>
            <a:chExt cx="7398043" cy="1255581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0123" y="270697"/>
              <a:ext cx="5587920" cy="984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Setting up Swagger in ASP.NET Core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75098" y="4284467"/>
            <a:ext cx="5548532" cy="941687"/>
            <a:chOff x="0" y="0"/>
            <a:chExt cx="7398044" cy="1255581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0123" y="270697"/>
              <a:ext cx="5587921" cy="9848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/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Documenting APIs with annotations</a:t>
              </a:r>
              <a:endParaRPr lang="en-US" dirty="0">
                <a:latin typeface="+mj-lt"/>
                <a:sym typeface="Agrandir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017500" y="5732323"/>
            <a:ext cx="5548533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Horizon"/>
                </a:rPr>
                <a:t>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Debrief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17501" y="4284467"/>
            <a:ext cx="5548532" cy="935083"/>
            <a:chOff x="0" y="0"/>
            <a:chExt cx="7398043" cy="1246776"/>
          </a:xfrm>
        </p:grpSpPr>
        <p:grpSp>
          <p:nvGrpSpPr>
            <p:cNvPr id="35" name="Group 3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10123" y="270697"/>
              <a:ext cx="5587920" cy="976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Data validation with DataAnnotations</a:t>
              </a:r>
              <a:endParaRPr lang="en-US" dirty="0">
                <a:latin typeface="+mj-lt"/>
                <a:ea typeface="+mn-lt"/>
                <a:cs typeface="+mn-lt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75098" y="5788463"/>
            <a:ext cx="5548532" cy="881343"/>
            <a:chOff x="0" y="0"/>
            <a:chExt cx="7398043" cy="1175123"/>
          </a:xfrm>
        </p:grpSpPr>
        <p:grpSp>
          <p:nvGrpSpPr>
            <p:cNvPr id="40" name="Group 4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+mj-lt"/>
                  <a:ea typeface="Agrandir"/>
                  <a:cs typeface="Agrandir"/>
                </a:rPr>
                <a:t>Assignment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3296" y="966647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latin typeface="+mj-lt"/>
              </a:rPr>
              <a:pPr/>
              <a:t>2</a:t>
            </a:fld>
            <a:endParaRPr lang="en-GB" sz="2000">
              <a:latin typeface="+mj-lt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443034" y="1775988"/>
            <a:ext cx="15687677" cy="7602081"/>
            <a:chOff x="-1939559" y="-3814711"/>
            <a:chExt cx="19426653" cy="10136104"/>
          </a:xfrm>
        </p:grpSpPr>
        <p:sp>
          <p:nvSpPr>
            <p:cNvPr id="5" name="TextBox 5"/>
            <p:cNvSpPr txBox="1"/>
            <p:nvPr/>
          </p:nvSpPr>
          <p:spPr>
            <a:xfrm>
              <a:off x="-1939559" y="-3814711"/>
              <a:ext cx="19426653" cy="101361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r>
                <a:rPr lang="en-IN" sz="3200" b="1" dirty="0">
                  <a:solidFill>
                    <a:schemeClr val="bg1"/>
                  </a:solidFill>
                </a:rPr>
                <a:t>OpenAPI: Open Standard for RESTful APIs</a:t>
              </a: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b="1" dirty="0">
                <a:solidFill>
                  <a:schemeClr val="bg1"/>
                </a:solidFill>
                <a:ea typeface="+mn-lt"/>
                <a:cs typeface="+mn-lt"/>
              </a:endParaRPr>
            </a:p>
            <a:p>
              <a:pPr marL="914400" lvl="1" indent="-457200" algn="just">
                <a:lnSpc>
                  <a:spcPts val="3600"/>
                </a:lnSpc>
                <a:buFont typeface="Arial"/>
                <a:buChar char="•"/>
              </a:pPr>
              <a:r>
                <a:rPr lang="en-US" sz="3200" b="1" dirty="0">
                  <a:solidFill>
                    <a:schemeClr val="bg1"/>
                  </a:solidFill>
                </a:rPr>
                <a:t>OpenAPI Specification (OAS)</a:t>
              </a:r>
              <a:r>
                <a:rPr lang="en-US" sz="3200" dirty="0">
                  <a:solidFill>
                    <a:schemeClr val="bg1"/>
                  </a:solidFill>
                </a:rPr>
                <a:t> is a </a:t>
              </a:r>
              <a:r>
                <a:rPr lang="en-US" sz="3200" b="1" dirty="0">
                  <a:solidFill>
                    <a:schemeClr val="bg1"/>
                  </a:solidFill>
                </a:rPr>
                <a:t>standard format</a:t>
              </a:r>
              <a:r>
                <a:rPr lang="en-US" sz="3200" dirty="0">
                  <a:solidFill>
                    <a:schemeClr val="bg1"/>
                  </a:solidFill>
                </a:rPr>
                <a:t> for describing RESTful APIs.</a:t>
              </a:r>
            </a:p>
            <a:p>
              <a:pPr marL="914400" lvl="1" indent="-457200" algn="just">
                <a:lnSpc>
                  <a:spcPts val="3600"/>
                </a:lnSpc>
                <a:buFont typeface="Arial"/>
                <a:buChar char="•"/>
              </a:pPr>
              <a:r>
                <a:rPr lang="en-US" sz="3200" dirty="0">
                  <a:solidFill>
                    <a:schemeClr val="bg1"/>
                  </a:solidFill>
                </a:rPr>
                <a:t>Defines the structure, endpoints, request/response types, and parameters in a </a:t>
              </a:r>
              <a:r>
                <a:rPr lang="en-US" sz="3200" b="1" dirty="0">
                  <a:solidFill>
                    <a:schemeClr val="bg1"/>
                  </a:solidFill>
                </a:rPr>
                <a:t>machine-readable</a:t>
              </a:r>
              <a:r>
                <a:rPr lang="en-US" sz="3200" dirty="0">
                  <a:solidFill>
                    <a:schemeClr val="bg1"/>
                  </a:solidFill>
                </a:rPr>
                <a:t> way (YAML or JSON).</a:t>
              </a:r>
            </a:p>
            <a:p>
              <a:pPr marL="914400" lvl="1" indent="-457200" algn="just">
                <a:lnSpc>
                  <a:spcPts val="3600"/>
                </a:lnSpc>
                <a:buFont typeface="Arial"/>
                <a:buChar char="•"/>
              </a:pPr>
              <a:r>
                <a:rPr lang="en-US" sz="3200" dirty="0">
                  <a:solidFill>
                    <a:schemeClr val="bg1"/>
                  </a:solidFill>
                </a:rPr>
                <a:t>Helps teams understand, test, and integrate APIs consistently.</a:t>
              </a:r>
            </a:p>
            <a:p>
              <a:pPr marL="914400" lvl="1" indent="-457200" algn="just">
                <a:lnSpc>
                  <a:spcPts val="3600"/>
                </a:lnSpc>
                <a:buFont typeface="Arial"/>
                <a:buChar char="•"/>
              </a:pPr>
              <a:endParaRPr lang="en-US" sz="3200" b="1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r>
                <a:rPr lang="en-US" sz="3200" b="1" dirty="0">
                  <a:solidFill>
                    <a:schemeClr val="bg1"/>
                  </a:solidFill>
                </a:rPr>
                <a:t>Swagger UI: Interactive API Testing Tool</a:t>
              </a: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IN" sz="3200" b="1" dirty="0">
                <a:solidFill>
                  <a:schemeClr val="bg1"/>
                </a:solidFill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3200" b="1" dirty="0">
                  <a:solidFill>
                    <a:schemeClr val="bg1"/>
                  </a:solidFill>
                </a:rPr>
                <a:t>Swagger UI</a:t>
              </a:r>
              <a:r>
                <a:rPr lang="en-US" sz="3200" dirty="0">
                  <a:solidFill>
                    <a:schemeClr val="bg1"/>
                  </a:solidFill>
                </a:rPr>
                <a:t> is a browser-based interface that:</a:t>
              </a:r>
            </a:p>
            <a:p>
              <a:pPr marL="1828800" lvl="3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chemeClr val="bg1"/>
                  </a:solidFill>
                </a:rPr>
                <a:t>Visualizes OpenAPI definitions</a:t>
              </a:r>
            </a:p>
            <a:p>
              <a:pPr marL="1828800" lvl="3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chemeClr val="bg1"/>
                  </a:solidFill>
                </a:rPr>
                <a:t>Allows users to </a:t>
              </a:r>
              <a:r>
                <a:rPr lang="en-US" sz="3200" b="1" dirty="0">
                  <a:solidFill>
                    <a:schemeClr val="bg1"/>
                  </a:solidFill>
                </a:rPr>
                <a:t>send test requests</a:t>
              </a:r>
              <a:r>
                <a:rPr lang="en-US" sz="3200" dirty="0">
                  <a:solidFill>
                    <a:schemeClr val="bg1"/>
                  </a:solidFill>
                </a:rPr>
                <a:t> to endpoints</a:t>
              </a:r>
            </a:p>
            <a:p>
              <a:pPr marL="1828800" lvl="3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chemeClr val="bg1"/>
                  </a:solidFill>
                </a:rPr>
                <a:t>Automatically </a:t>
              </a:r>
              <a:r>
                <a:rPr lang="en-US" sz="3200" b="1" dirty="0">
                  <a:solidFill>
                    <a:schemeClr val="bg1"/>
                  </a:solidFill>
                </a:rPr>
                <a:t>generates interactive API documentation</a:t>
              </a:r>
            </a:p>
            <a:p>
              <a:pPr marL="1828800" lvl="3" indent="-457200">
                <a:buFont typeface="Arial" panose="020B0604020202020204" pitchFamily="34" charset="0"/>
                <a:buChar char="•"/>
              </a:pPr>
              <a:endParaRPr lang="en-US" sz="3200" b="1" dirty="0">
                <a:solidFill>
                  <a:schemeClr val="bg1"/>
                </a:solidFill>
              </a:endParaRPr>
            </a:p>
            <a:p>
              <a:pPr marL="1828800" lvl="3" indent="-457200">
                <a:buFont typeface="Arial" panose="020B0604020202020204" pitchFamily="34" charset="0"/>
                <a:buChar char="•"/>
              </a:pPr>
              <a:endParaRPr lang="en-US" sz="3200" b="1" dirty="0">
                <a:solidFill>
                  <a:schemeClr val="bg1"/>
                </a:solidFill>
              </a:endParaRPr>
            </a:p>
            <a:p>
              <a:pPr marL="1828800" lvl="3" indent="-457200">
                <a:buFont typeface="Arial" panose="020B0604020202020204" pitchFamily="34" charset="0"/>
                <a:buChar char="•"/>
              </a:pPr>
              <a:endParaRPr 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034010" y="302888"/>
            <a:ext cx="1725399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Introduction to Swagger /OpenAPI?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38AB3A-734E-28AD-106B-E6DC74EB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</a:t>
            </a:fld>
            <a:endParaRPr lang="en-GB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46BBC-AF90-500E-C77D-A6C0E22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7BE63-EA7F-FBE4-55AF-B7AA4EC8BEE3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C1C182-11D9-7918-235F-A5FC67EDC05A}"/>
              </a:ext>
            </a:extLst>
          </p:cNvPr>
          <p:cNvSpPr/>
          <p:nvPr/>
        </p:nvSpPr>
        <p:spPr>
          <a:xfrm>
            <a:off x="-981601" y="2928453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E41DB0-645C-3418-C82B-CDA12E42FFFE}"/>
              </a:ext>
            </a:extLst>
          </p:cNvPr>
          <p:cNvGrpSpPr/>
          <p:nvPr/>
        </p:nvGrpSpPr>
        <p:grpSpPr>
          <a:xfrm>
            <a:off x="2126447" y="1789691"/>
            <a:ext cx="15132853" cy="7291227"/>
            <a:chOff x="-1064989" y="-2508120"/>
            <a:chExt cx="20177139" cy="517529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7E9DEE-4E73-2FED-9AB6-E8FC4B11D8AD}"/>
                </a:ext>
              </a:extLst>
            </p:cNvPr>
            <p:cNvSpPr txBox="1"/>
            <p:nvPr/>
          </p:nvSpPr>
          <p:spPr>
            <a:xfrm>
              <a:off x="-1064989" y="-2508120"/>
              <a:ext cx="20177139" cy="517529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dirty="0">
                  <a:solidFill>
                    <a:schemeClr val="bg1"/>
                  </a:solidFill>
                  <a:latin typeface="+mj-lt"/>
                </a:rPr>
                <a:t>🧪 </a:t>
              </a:r>
              <a:r>
                <a:rPr lang="en-US" altLang="en-US" sz="4000" b="1" dirty="0">
                  <a:solidFill>
                    <a:schemeClr val="bg1"/>
                  </a:solidFill>
                  <a:latin typeface="+mj-lt"/>
                </a:rPr>
                <a:t>Test endpoints directly</a:t>
              </a:r>
              <a:r>
                <a:rPr lang="en-US" altLang="en-US" sz="4000" dirty="0">
                  <a:solidFill>
                    <a:schemeClr val="bg1"/>
                  </a:solidFill>
                  <a:latin typeface="+mj-lt"/>
                </a:rPr>
                <a:t> in the browser — no extra tools needed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dirty="0">
                  <a:solidFill>
                    <a:schemeClr val="bg1"/>
                  </a:solidFill>
                  <a:latin typeface="+mj-lt"/>
                </a:rPr>
                <a:t>🧾 </a:t>
              </a:r>
              <a:r>
                <a:rPr lang="en-US" altLang="en-US" sz="4000" b="1" dirty="0">
                  <a:solidFill>
                    <a:schemeClr val="bg1"/>
                  </a:solidFill>
                  <a:latin typeface="+mj-lt"/>
                </a:rPr>
                <a:t>View input/output schemas</a:t>
              </a:r>
              <a:r>
                <a:rPr lang="en-US" altLang="en-US" sz="4000" dirty="0">
                  <a:solidFill>
                    <a:schemeClr val="bg1"/>
                  </a:solidFill>
                  <a:latin typeface="+mj-lt"/>
                </a:rPr>
                <a:t> with full request/response structure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dirty="0">
                  <a:solidFill>
                    <a:schemeClr val="bg1"/>
                  </a:solidFill>
                  <a:latin typeface="+mj-lt"/>
                </a:rPr>
                <a:t>⚠️ </a:t>
              </a:r>
              <a:r>
                <a:rPr lang="en-US" altLang="en-US" sz="4000" b="1" dirty="0">
                  <a:solidFill>
                    <a:schemeClr val="bg1"/>
                  </a:solidFill>
                  <a:latin typeface="+mj-lt"/>
                </a:rPr>
                <a:t>Get real-time validation errors</a:t>
              </a:r>
              <a:r>
                <a:rPr lang="en-US" altLang="en-US" sz="4000" dirty="0">
                  <a:solidFill>
                    <a:schemeClr val="bg1"/>
                  </a:solidFill>
                  <a:latin typeface="+mj-lt"/>
                </a:rPr>
                <a:t> for missing or invalid fields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dirty="0">
                  <a:solidFill>
                    <a:schemeClr val="bg1"/>
                  </a:solidFill>
                  <a:latin typeface="+mj-lt"/>
                </a:rPr>
                <a:t>🤝 </a:t>
              </a:r>
              <a:r>
                <a:rPr lang="en-US" altLang="en-US" sz="4000" b="1" dirty="0">
                  <a:solidFill>
                    <a:schemeClr val="bg1"/>
                  </a:solidFill>
                  <a:latin typeface="+mj-lt"/>
                </a:rPr>
                <a:t>Streamlines backend ↔ frontend collaboration</a:t>
              </a:r>
              <a:br>
                <a:rPr lang="en-US" altLang="en-US" sz="4000" dirty="0">
                  <a:solidFill>
                    <a:schemeClr val="bg1"/>
                  </a:solidFill>
                  <a:latin typeface="+mj-lt"/>
                </a:rPr>
              </a:br>
              <a:r>
                <a:rPr lang="en-US" altLang="en-US" sz="4000" dirty="0">
                  <a:solidFill>
                    <a:schemeClr val="bg1"/>
                  </a:solidFill>
                  <a:latin typeface="+mj-lt"/>
                </a:rPr>
                <a:t>       → Frontend teams can explore and integrate APIs easily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dirty="0">
                  <a:solidFill>
                    <a:schemeClr val="bg1"/>
                  </a:solidFill>
                  <a:latin typeface="+mj-lt"/>
                </a:rPr>
                <a:t>✅ Makes API development faster, clearer, and more reliable</a:t>
              </a:r>
            </a:p>
            <a:p>
              <a:pPr lvl="2" algn="just">
                <a:lnSpc>
                  <a:spcPct val="150000"/>
                </a:lnSpc>
              </a:pPr>
              <a:endParaRPr lang="en-GB" sz="40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D258AD-64A0-BDAC-16E0-FB8021C5291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99C091-E739-FFDA-7819-185F7F35E29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CD762A-A552-1B4D-D466-6ABF6A40459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F6FCB-1B82-2758-1A6E-D4A02EC55439}"/>
              </a:ext>
            </a:extLst>
          </p:cNvPr>
          <p:cNvSpPr txBox="1"/>
          <p:nvPr/>
        </p:nvSpPr>
        <p:spPr>
          <a:xfrm>
            <a:off x="1496064" y="182122"/>
            <a:ext cx="1664720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Swagger UI in Action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2C6E55-23D9-406D-BC3D-A2931A20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4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783255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D3722-B6F5-25D1-F6B1-D389394F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02C8C1-1E0B-E06D-58D1-678792C0C9BC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4435A2E-F36B-CB1F-DF94-3919EF1205DF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708C79A-F57D-8072-FA54-AC20DB8F31EA}"/>
              </a:ext>
            </a:extLst>
          </p:cNvPr>
          <p:cNvGrpSpPr/>
          <p:nvPr/>
        </p:nvGrpSpPr>
        <p:grpSpPr>
          <a:xfrm>
            <a:off x="1613277" y="1886587"/>
            <a:ext cx="14656952" cy="8502847"/>
            <a:chOff x="-700116" y="-3411343"/>
            <a:chExt cx="19542604" cy="1133712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90E1FE2-CB8F-BB33-CD1A-08344740DFB6}"/>
                </a:ext>
              </a:extLst>
            </p:cNvPr>
            <p:cNvSpPr txBox="1"/>
            <p:nvPr/>
          </p:nvSpPr>
          <p:spPr>
            <a:xfrm>
              <a:off x="-700116" y="-3411343"/>
              <a:ext cx="19542604" cy="59965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5000" dirty="0">
                  <a:solidFill>
                    <a:schemeClr val="bg1"/>
                  </a:solidFill>
                </a:rPr>
                <a:t>Faster debugging and endpoint testing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5000" dirty="0">
                  <a:solidFill>
                    <a:schemeClr val="bg1"/>
                  </a:solidFill>
                </a:rPr>
                <a:t>Zero-dependency API clients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5000" dirty="0">
                  <a:solidFill>
                    <a:schemeClr val="bg1"/>
                  </a:solidFill>
                </a:rPr>
                <a:t>Clear contract for front-end or 3rd-party teams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5000" dirty="0">
                  <a:solidFill>
                    <a:schemeClr val="bg1"/>
                  </a:solidFill>
                </a:rPr>
                <a:t>Confidence in validation coverage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0CEC1-D0A5-43EA-4DF9-68CF0F763ACB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4D9D643-AF5E-E5C6-1ED7-B09891D1568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865A7A-F242-25DC-102E-DE83F5392C9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F9A1B4-6165-C413-E6F6-4635CEDB7E87}"/>
              </a:ext>
            </a:extLst>
          </p:cNvPr>
          <p:cNvSpPr txBox="1"/>
          <p:nvPr/>
        </p:nvSpPr>
        <p:spPr>
          <a:xfrm>
            <a:off x="932448" y="46331"/>
            <a:ext cx="1601861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Developer Benefits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00E04CF-1204-0996-9016-3ADAB124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5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680091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1379" y="451496"/>
            <a:ext cx="16483263" cy="9625114"/>
            <a:chOff x="-490225" y="-5751"/>
            <a:chExt cx="14163549" cy="12833480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490225" y="454261"/>
              <a:ext cx="14163549" cy="123734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23850" lvl="1">
                <a:lnSpc>
                  <a:spcPct val="150000"/>
                </a:lnSpc>
              </a:pPr>
              <a:r>
                <a:rPr lang="en-US" sz="3200" dirty="0">
                  <a:latin typeface="+mj-lt"/>
                </a:rPr>
                <a:t>🔧 </a:t>
              </a:r>
              <a:r>
                <a:rPr lang="en-US" sz="3200" b="1" dirty="0">
                  <a:latin typeface="+mj-lt"/>
                </a:rPr>
                <a:t>Advanced Assignment 1: Apply Response Type Annotations &amp; Error Handling</a:t>
              </a:r>
              <a:endParaRPr lang="en-IN" sz="3200" b="1" dirty="0">
                <a:latin typeface="+mj-lt"/>
              </a:endParaRPr>
            </a:p>
            <a:p>
              <a:pPr marL="323850" lvl="1">
                <a:lnSpc>
                  <a:spcPct val="150000"/>
                </a:lnSpc>
              </a:pPr>
              <a:r>
                <a:rPr lang="en-US" sz="3200" b="1" dirty="0">
                  <a:latin typeface="+mj-lt"/>
                </a:rPr>
                <a:t>Objective:</a:t>
              </a:r>
              <a:r>
                <a:rPr lang="en-US" sz="3200" dirty="0">
                  <a:latin typeface="+mj-lt"/>
                </a:rPr>
                <a:t> Clearly define HTTP responses in Swagger using annotations and test error states.</a:t>
              </a:r>
            </a:p>
            <a:p>
              <a:pPr marL="323850" lvl="1">
                <a:lnSpc>
                  <a:spcPct val="150000"/>
                </a:lnSpc>
              </a:pPr>
              <a:r>
                <a:rPr lang="en-US" sz="3200" b="1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Tasks :</a:t>
              </a:r>
            </a:p>
            <a:p>
              <a:pPr marL="1485900" lvl="2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Add [ProducesResponseType] to all endpoints</a:t>
              </a: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latin typeface="+mj-lt"/>
              </a:endParaRPr>
            </a:p>
            <a:p>
              <a:pPr marL="1485900" lvl="2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3200" dirty="0"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rgbClr val="33123B"/>
                </a:solidFill>
                <a:latin typeface="+mj-lt"/>
                <a:cs typeface="Assistant Regular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rgbClr val="33123B"/>
                </a:solidFill>
                <a:latin typeface="+mj-lt"/>
                <a:cs typeface="Assistant Regular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rgbClr val="33123B"/>
                </a:solidFill>
                <a:latin typeface="+mj-lt"/>
                <a:cs typeface="Assistant Regular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rgbClr val="33123B"/>
                </a:solidFill>
                <a:latin typeface="+mj-lt"/>
                <a:cs typeface="Assistant Regular"/>
              </a:endParaRPr>
            </a:p>
            <a:p>
              <a:pPr marL="1485900" lvl="2" indent="-5715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Implement global exception handling (e.g., UseExceptionHandler)</a:t>
              </a:r>
            </a:p>
            <a:p>
              <a:pPr marL="1485900" lvl="2" indent="-5715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Test how Swagger documents and handles 400/404/500 responses</a:t>
              </a:r>
            </a:p>
            <a:p>
              <a:pPr>
                <a:lnSpc>
                  <a:spcPct val="150000"/>
                </a:lnSpc>
              </a:pPr>
              <a:r>
                <a:rPr lang="en-US" sz="3200" dirty="0">
                  <a:latin typeface="+mj-lt"/>
                </a:rPr>
                <a:t>    ✅ </a:t>
              </a:r>
              <a:r>
                <a:rPr lang="en-US" sz="3200" b="1" dirty="0">
                  <a:latin typeface="+mj-lt"/>
                </a:rPr>
                <a:t>Deliverables:</a:t>
              </a:r>
              <a:endParaRPr lang="en-US" sz="3200" dirty="0">
                <a:latin typeface="+mj-lt"/>
              </a:endParaRPr>
            </a:p>
            <a:p>
              <a:pPr marL="1371600" lvl="2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+mj-lt"/>
                </a:rPr>
                <a:t>Annotated controller with response types</a:t>
              </a:r>
            </a:p>
            <a:p>
              <a:pPr marL="1371600" lvl="2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+mj-lt"/>
                </a:rPr>
                <a:t>Swagger UI showing possible responses for each action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116936" y="-65184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4005393" y="4799597"/>
            <a:ext cx="6412683" cy="6120663"/>
            <a:chOff x="-366471" y="-11891"/>
            <a:chExt cx="15572971" cy="14863810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4" cy="14462404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5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FB55547-605D-EDB9-41FF-CD3D51DA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6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1EB4C9-51B6-0990-53BF-9763D4C82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430" y="4151158"/>
            <a:ext cx="8836846" cy="17604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AC9B4-2093-DFC3-8F08-7FF79B0B7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66AE003-BF0D-EEA9-8B60-1C7A9337BAEE}"/>
              </a:ext>
            </a:extLst>
          </p:cNvPr>
          <p:cNvGrpSpPr/>
          <p:nvPr/>
        </p:nvGrpSpPr>
        <p:grpSpPr>
          <a:xfrm>
            <a:off x="549002" y="1007793"/>
            <a:ext cx="17955566" cy="9549409"/>
            <a:chOff x="-226033" y="-5751"/>
            <a:chExt cx="14877094" cy="1273253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06EC3E2-6A67-D667-2DB8-ADD78704E030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BC0EE07-8646-A4F0-5E86-46F49CA8A360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123AEC1-CADE-8A87-653C-5533EC9F15D4}"/>
                </a:ext>
              </a:extLst>
            </p:cNvPr>
            <p:cNvSpPr txBox="1"/>
            <p:nvPr/>
          </p:nvSpPr>
          <p:spPr>
            <a:xfrm>
              <a:off x="-226033" y="353321"/>
              <a:ext cx="14877094" cy="123734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3200" dirty="0">
                  <a:latin typeface="+mj-lt"/>
                </a:rPr>
                <a:t>🔧 </a:t>
              </a:r>
              <a:r>
                <a:rPr lang="en-US" altLang="en-US" sz="3200" b="1" dirty="0">
                  <a:latin typeface="+mj-lt"/>
                </a:rPr>
                <a:t>Advanced Assignment 2: </a:t>
              </a:r>
              <a:r>
                <a:rPr lang="en-US" sz="3200" b="1" dirty="0">
                  <a:latin typeface="+mj-lt"/>
                </a:rPr>
                <a:t>Model-Level Documentation and Schema Customization</a:t>
              </a:r>
              <a:endParaRPr lang="en-IN" sz="3200" b="1" dirty="0">
                <a:latin typeface="+mj-lt"/>
              </a:endParaRPr>
            </a:p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Objective:</a:t>
              </a:r>
              <a:r>
                <a:rPr lang="en-US" altLang="en-US" sz="3200" dirty="0">
                  <a:latin typeface="+mj-lt"/>
                </a:rPr>
                <a:t> Use SwaggerSchemaFilter or data annotations to enhance model definitions 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3200" dirty="0"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Tasks:</a:t>
              </a:r>
            </a:p>
            <a:p>
              <a:pPr marL="1371600" lvl="2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Add [Display(Name = "...")] or [Example] attributes to MeterInfo model</a:t>
              </a:r>
            </a:p>
            <a:p>
              <a:pPr marL="1371600" lvl="2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Create a </a:t>
              </a:r>
              <a:r>
                <a:rPr lang="en-US" altLang="en-US" sz="3200" b="1" dirty="0">
                  <a:latin typeface="+mj-lt"/>
                </a:rPr>
                <a:t>custom schema filter</a:t>
              </a:r>
              <a:r>
                <a:rPr lang="en-US" altLang="en-US" sz="3200" dirty="0">
                  <a:latin typeface="+mj-lt"/>
                </a:rPr>
                <a:t> to show default/example values in Swagger UI</a:t>
              </a:r>
            </a:p>
            <a:p>
              <a:pPr marL="1371600" lvl="2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Document complex or nested models if applicable</a:t>
              </a:r>
            </a:p>
            <a:p>
              <a:pPr marL="1371600" lvl="2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3200" dirty="0">
                <a:latin typeface="+mj-lt"/>
              </a:endParaRP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dirty="0">
                  <a:latin typeface="+mj-lt"/>
                </a:rPr>
                <a:t>✅ </a:t>
              </a:r>
              <a:r>
                <a:rPr lang="en-US" altLang="en-US" sz="3200" b="1" dirty="0">
                  <a:latin typeface="+mj-lt"/>
                </a:rPr>
                <a:t>Deliverables:</a:t>
              </a:r>
              <a:endParaRPr lang="en-US" altLang="en-US" sz="3200" dirty="0">
                <a:latin typeface="+mj-lt"/>
              </a:endParaRPr>
            </a:p>
            <a:p>
              <a:pPr lvl="2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Swagger UI displaying improved schema docs for models</a:t>
              </a:r>
            </a:p>
            <a:p>
              <a:pPr lvl="2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Custom C# class implementing ISchemaFilter (optional bonus)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latin typeface="Arial" panose="020B0604020202020204" pitchFamily="34" charset="0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latin typeface="+mj-lt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8221CF7-6B74-AB63-27BD-2B1C8527E730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A13E909D-516E-78DA-C7D0-7B4082CF865E}"/>
              </a:ext>
            </a:extLst>
          </p:cNvPr>
          <p:cNvSpPr txBox="1"/>
          <p:nvPr/>
        </p:nvSpPr>
        <p:spPr>
          <a:xfrm>
            <a:off x="8335841" y="293940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A6E5507-92D0-22A4-6BF4-C131D04C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442" y="974953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7</a:t>
            </a:fld>
            <a:endParaRPr lang="en-GB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9987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62747" y="533743"/>
            <a:ext cx="6368927" cy="225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 dirty="0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 dirty="0">
              <a:solidFill>
                <a:srgbClr val="FFFFFF"/>
              </a:solidFill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5020" y="434632"/>
            <a:ext cx="2025393" cy="1188136"/>
            <a:chOff x="0" y="0"/>
            <a:chExt cx="2700524" cy="15841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503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solidFill>
                    <a:srgbClr val="3168D8"/>
                  </a:solidFill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907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solidFill>
                    <a:srgbClr val="7900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44" y="962075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8</a:t>
            </a:fld>
            <a:endParaRPr lang="en-GB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02335" y="4865952"/>
            <a:ext cx="3466514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200" b="1" dirty="0">
                <a:solidFill>
                  <a:srgbClr val="33123B"/>
                </a:solidFill>
                <a:latin typeface="Assistant Regular Bold" panose="020B0604020202020204" charset="-79"/>
                <a:ea typeface="+mn-lt"/>
                <a:cs typeface="Assistant Regular Bold" panose="020B0604020202020204" charset="-79"/>
                <a:sym typeface="Agrandir"/>
              </a:rPr>
              <a:t>Web Api Controllers</a:t>
            </a:r>
            <a:endParaRPr lang="en-US" sz="3000" b="1" dirty="0">
              <a:solidFill>
                <a:srgbClr val="33123B"/>
              </a:solidFill>
              <a:latin typeface="Assistant Regular Bold" panose="020B0604020202020204" charset="-79"/>
              <a:ea typeface="Assistant Regular Bold"/>
              <a:cs typeface="Assistant Regular Bold" panose="020B0604020202020204" charset="-79"/>
              <a:sym typeface="Assistant Regular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419151" y="4865952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CRUD Operations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19151" y="5923227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Testing API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81763" y="7261192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02335" y="5822547"/>
            <a:ext cx="34665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Routing and Http verbs</a:t>
            </a: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744" y="960247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9</a:t>
            </a:fld>
            <a:endParaRPr lang="en-GB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960917" y="4609225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 dirty="0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240" y="1548652"/>
            <a:ext cx="16642080" cy="2640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 dirty="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4"/>
              </a:rPr>
              <a:t>https://learn.microsoft.com/en-us/aspnet/core/tutorials/getting-started-with-swashbuckle</a:t>
            </a: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 dirty="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5"/>
              </a:rPr>
              <a:t>https://learn.microsoft.com/en-us/dotnet/api/system.componentmodel.dataannotations</a:t>
            </a: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endParaRPr lang="en-US" sz="3000" dirty="0">
              <a:latin typeface="Assistant Regular"/>
              <a:cs typeface="Assistant Regular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8432" y="941959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10</a:t>
            </a:fld>
            <a:endParaRPr lang="en-GB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Q&amp;A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4436" y="938767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11</a:t>
            </a:fld>
            <a:endParaRPr lang="en-GB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463</Words>
  <Application>Microsoft Office PowerPoint</Application>
  <PresentationFormat>Custom</PresentationFormat>
  <Paragraphs>114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HK Modular</vt:lpstr>
      <vt:lpstr>Wingdings</vt:lpstr>
      <vt:lpstr>Assistant Regular</vt:lpstr>
      <vt:lpstr>Heebo Black</vt:lpstr>
      <vt:lpstr>Assistant Regular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cp:lastModifiedBy>Sierra Learning</cp:lastModifiedBy>
  <cp:revision>69</cp:revision>
  <dcterms:created xsi:type="dcterms:W3CDTF">2006-08-16T00:00:00Z</dcterms:created>
  <dcterms:modified xsi:type="dcterms:W3CDTF">2025-08-04T11:12:47Z</dcterms:modified>
  <dc:identifier>DAGpXxrSFgM</dc:identifier>
</cp:coreProperties>
</file>