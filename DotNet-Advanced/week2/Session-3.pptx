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sldIdLst>
    <p:sldId id="256" r:id="rId2"/>
    <p:sldId id="257" r:id="rId3"/>
    <p:sldId id="258" r:id="rId4"/>
    <p:sldId id="275" r:id="rId5"/>
    <p:sldId id="276" r:id="rId6"/>
    <p:sldId id="290" r:id="rId7"/>
    <p:sldId id="291" r:id="rId8"/>
    <p:sldId id="292" r:id="rId9"/>
    <p:sldId id="277" r:id="rId10"/>
    <p:sldId id="278" r:id="rId11"/>
    <p:sldId id="279" r:id="rId12"/>
    <p:sldId id="280" r:id="rId13"/>
    <p:sldId id="293" r:id="rId14"/>
    <p:sldId id="282" r:id="rId15"/>
    <p:sldId id="283" r:id="rId16"/>
    <p:sldId id="274" r:id="rId17"/>
    <p:sldId id="265" r:id="rId18"/>
    <p:sldId id="287" r:id="rId19"/>
    <p:sldId id="289" r:id="rId20"/>
    <p:sldId id="288" r:id="rId21"/>
    <p:sldId id="266" r:id="rId22"/>
    <p:sldId id="267" r:id="rId23"/>
    <p:sldId id="268" r:id="rId24"/>
    <p:sldId id="269" r:id="rId25"/>
  </p:sldIdLst>
  <p:sldSz cx="18288000" cy="10287000"/>
  <p:notesSz cx="6858000" cy="9144000"/>
  <p:embeddedFontLst>
    <p:embeddedFont>
      <p:font typeface="Assistant Regular" panose="020B0604020202020204" charset="-79"/>
      <p:regular r:id="rId26"/>
    </p:embeddedFont>
    <p:embeddedFont>
      <p:font typeface="Assistant Regular Bold" panose="020B0604020202020204" charset="-79"/>
      <p:regular r:id="rId27"/>
    </p:embeddedFont>
    <p:embeddedFont>
      <p:font typeface="Heebo Black" pitchFamily="2" charset="-79"/>
      <p:regular r:id="rId28"/>
      <p:bold r:id="rId29"/>
    </p:embeddedFont>
    <p:embeddedFont>
      <p:font typeface="HK Modular" panose="020B0604020202020204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D83F2A-5343-79CD-B045-87E6A60A27CD}" v="35" dt="2025-06-09T07:43:09.257"/>
    <p1510:client id="{48913760-2B4B-40AB-BAB1-5B833250FBCA}" v="14" dt="2025-06-09T08:04:28.557"/>
    <p1510:client id="{6217F43D-2A94-46AF-90C1-C85748EC6597}" v="381" dt="2025-06-07T10:14:44.837"/>
    <p1510:client id="{8F40484E-1A4A-44C5-A2E8-9A80D22FC275}" v="109" dt="2025-06-09T08:00:11.245"/>
    <p1510:client id="{C229F99B-91FC-4CCB-AA17-9B031DDDE57D}" v="63" dt="2025-06-07T10:24:52.5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136" autoAdjust="0"/>
  </p:normalViewPr>
  <p:slideViewPr>
    <p:cSldViewPr snapToGrid="0">
      <p:cViewPr varScale="1">
        <p:scale>
          <a:sx n="32" d="100"/>
          <a:sy n="32" d="100"/>
        </p:scale>
        <p:origin x="53" y="61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efda937d-84e0-40c4-9af3-7c13939e1814::" providerId="AD" clId="Web-{FA7CE110-92A3-92C7-45DA-1740071A6006}"/>
    <pc:docChg chg="modSld modMainMaster">
      <pc:chgData name="Guest User" userId="S::urn:spo:tenantanon#efda937d-84e0-40c4-9af3-7c13939e1814::" providerId="AD" clId="Web-{FA7CE110-92A3-92C7-45DA-1740071A6006}" dt="2025-06-07T01:54:32.087" v="44" actId="20577"/>
      <pc:docMkLst>
        <pc:docMk/>
      </pc:docMkLst>
      <pc:sldChg chg="delSp modSp">
        <pc:chgData name="Guest User" userId="S::urn:spo:tenantanon#efda937d-84e0-40c4-9af3-7c13939e1814::" providerId="AD" clId="Web-{FA7CE110-92A3-92C7-45DA-1740071A6006}" dt="2025-06-07T01:51:39.903" v="29"/>
        <pc:sldMkLst>
          <pc:docMk/>
          <pc:sldMk cId="0" sldId="256"/>
        </pc:sldMkLst>
        <pc:spChg chg="mod">
          <ac:chgData name="Guest User" userId="S::urn:spo:tenantanon#efda937d-84e0-40c4-9af3-7c13939e1814::" providerId="AD" clId="Web-{FA7CE110-92A3-92C7-45DA-1740071A6006}" dt="2025-06-07T01:49:13.620" v="8" actId="14100"/>
          <ac:spMkLst>
            <pc:docMk/>
            <pc:sldMk cId="0" sldId="256"/>
            <ac:spMk id="3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49:58.761" v="18" actId="20577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Guest User" userId="S::urn:spo:tenantanon#efda937d-84e0-40c4-9af3-7c13939e1814::" providerId="AD" clId="Web-{FA7CE110-92A3-92C7-45DA-1740071A6006}" dt="2025-06-07T01:51:39.903" v="29"/>
          <ac:spMkLst>
            <pc:docMk/>
            <pc:sldMk cId="0" sldId="256"/>
            <ac:spMk id="9" creationId="{00000000-0000-0000-0000-000000000000}"/>
          </ac:spMkLst>
        </pc:spChg>
        <pc:spChg chg="del mod">
          <ac:chgData name="Guest User" userId="S::urn:spo:tenantanon#efda937d-84e0-40c4-9af3-7c13939e1814::" providerId="AD" clId="Web-{FA7CE110-92A3-92C7-45DA-1740071A6006}" dt="2025-06-07T01:51:36.903" v="28"/>
          <ac:spMkLst>
            <pc:docMk/>
            <pc:sldMk cId="0" sldId="256"/>
            <ac:spMk id="10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49:31.229" v="15" actId="20577"/>
          <ac:spMkLst>
            <pc:docMk/>
            <pc:sldMk cId="0" sldId="256"/>
            <ac:spMk id="11" creationId="{00000000-0000-0000-0000-000000000000}"/>
          </ac:spMkLst>
        </pc:spChg>
        <pc:spChg chg="del">
          <ac:chgData name="Guest User" userId="S::urn:spo:tenantanon#efda937d-84e0-40c4-9af3-7c13939e1814::" providerId="AD" clId="Web-{FA7CE110-92A3-92C7-45DA-1740071A6006}" dt="2025-06-07T01:50:56.402" v="19"/>
          <ac:spMkLst>
            <pc:docMk/>
            <pc:sldMk cId="0" sldId="256"/>
            <ac:spMk id="15" creationId="{45BF26D9-E672-5704-847A-EC70136C457F}"/>
          </ac:spMkLst>
        </pc:spChg>
      </pc:sldChg>
      <pc:sldChg chg="delSp modSp">
        <pc:chgData name="Guest User" userId="S::urn:spo:tenantanon#efda937d-84e0-40c4-9af3-7c13939e1814::" providerId="AD" clId="Web-{FA7CE110-92A3-92C7-45DA-1740071A6006}" dt="2025-06-07T01:54:32.087" v="44" actId="20577"/>
        <pc:sldMkLst>
          <pc:docMk/>
          <pc:sldMk cId="0" sldId="257"/>
        </pc:sldMkLst>
        <pc:spChg chg="mod">
          <ac:chgData name="Guest User" userId="S::urn:spo:tenantanon#efda937d-84e0-40c4-9af3-7c13939e1814::" providerId="AD" clId="Web-{FA7CE110-92A3-92C7-45DA-1740071A6006}" dt="2025-06-07T01:54:32.087" v="44" actId="2057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52:41.466" v="35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52:53.013" v="37" actId="2057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53:42.748" v="42" actId="20577"/>
          <ac:spMkLst>
            <pc:docMk/>
            <pc:sldMk cId="0" sldId="257"/>
            <ac:spMk id="28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53:15.451" v="39" actId="20577"/>
          <ac:spMkLst>
            <pc:docMk/>
            <pc:sldMk cId="0" sldId="257"/>
            <ac:spMk id="38" creationId="{00000000-0000-0000-0000-000000000000}"/>
          </ac:spMkLst>
        </pc:spChg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57"/>
            <ac:spMk id="51" creationId="{A17B05B3-0594-F81F-73B9-E312A4458F6A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58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58"/>
            <ac:spMk id="18" creationId="{7B3027A7-DAC5-DCD6-514D-8CE16A96B9AF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59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59"/>
            <ac:spMk id="17" creationId="{17D831A0-7C01-707A-4C80-74428957F38C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0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0"/>
            <ac:spMk id="35" creationId="{5BB8C59D-A84F-B76A-AF74-E2C7C1AB8825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1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1"/>
            <ac:spMk id="15" creationId="{2D5696C4-FCF8-BCC3-0465-6143C8706BFA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2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2"/>
            <ac:spMk id="18" creationId="{31E22B1B-04BE-C61A-F002-C1AD09C6ADBB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3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3"/>
            <ac:spMk id="18" creationId="{C6158D96-D804-DD74-9B1C-65F843FC17AA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4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4"/>
            <ac:spMk id="29" creationId="{BC86B100-FCAB-32FB-01C6-2F12FBCE34DF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5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5"/>
            <ac:spMk id="22" creationId="{05024533-8989-7596-7E39-926CC3164904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6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6"/>
            <ac:spMk id="26" creationId="{FAC103A1-4B09-675D-A37A-19459355F868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7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7"/>
            <ac:spMk id="18" creationId="{668A2F5C-FF54-A66F-5D12-D192F5B56910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8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8"/>
            <ac:spMk id="15" creationId="{7287FD4E-C786-B09B-663B-82A1E1EE551B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9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9"/>
            <ac:spMk id="7" creationId="{2158483B-0401-A966-5BCC-93F23D71CED0}"/>
          </ac:spMkLst>
        </pc:spChg>
      </pc:sldChg>
      <pc:sldMasterChg chg="mod modSldLayout">
        <pc:chgData name="Guest User" userId="S::urn:spo:tenantanon#efda937d-84e0-40c4-9af3-7c13939e1814::" providerId="AD" clId="Web-{FA7CE110-92A3-92C7-45DA-1740071A6006}" dt="2025-06-07T01:51:05.246" v="20"/>
        <pc:sldMasterMkLst>
          <pc:docMk/>
          <pc:sldMasterMk cId="0" sldId="2147483648"/>
        </pc:sldMasterMkLst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49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0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1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2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3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4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5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6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7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8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Bharath Raj" userId="S::bharathraj@devappsys.com::94d9684c-50e3-43a6-bc0f-7d1e94f3ae4e" providerId="AD" clId="Web-{48913760-2B4B-40AB-BAB1-5B833250FBCA}"/>
    <pc:docChg chg="modSld">
      <pc:chgData name="Bharath Raj" userId="S::bharathraj@devappsys.com::94d9684c-50e3-43a6-bc0f-7d1e94f3ae4e" providerId="AD" clId="Web-{48913760-2B4B-40AB-BAB1-5B833250FBCA}" dt="2025-06-09T08:04:28.557" v="13" actId="20577"/>
      <pc:docMkLst>
        <pc:docMk/>
      </pc:docMkLst>
      <pc:sldChg chg="modSp">
        <pc:chgData name="Bharath Raj" userId="S::bharathraj@devappsys.com::94d9684c-50e3-43a6-bc0f-7d1e94f3ae4e" providerId="AD" clId="Web-{48913760-2B4B-40AB-BAB1-5B833250FBCA}" dt="2025-06-09T08:02:05.648" v="0" actId="20577"/>
        <pc:sldMkLst>
          <pc:docMk/>
          <pc:sldMk cId="0" sldId="256"/>
        </pc:sldMkLst>
        <pc:spChg chg="mod">
          <ac:chgData name="Bharath Raj" userId="S::bharathraj@devappsys.com::94d9684c-50e3-43a6-bc0f-7d1e94f3ae4e" providerId="AD" clId="Web-{48913760-2B4B-40AB-BAB1-5B833250FBCA}" dt="2025-06-09T08:02:05.648" v="0" actId="20577"/>
          <ac:spMkLst>
            <pc:docMk/>
            <pc:sldMk cId="0" sldId="256"/>
            <ac:spMk id="14" creationId="{A788A892-53E9-C1D1-8945-E37AAF27FEF5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2:21.821" v="1" actId="20577"/>
        <pc:sldMkLst>
          <pc:docMk/>
          <pc:sldMk cId="0" sldId="257"/>
        </pc:sldMkLst>
        <pc:spChg chg="mod">
          <ac:chgData name="Bharath Raj" userId="S::bharathraj@devappsys.com::94d9684c-50e3-43a6-bc0f-7d1e94f3ae4e" providerId="AD" clId="Web-{48913760-2B4B-40AB-BAB1-5B833250FBCA}" dt="2025-06-09T08:02:21.821" v="1" actId="20577"/>
          <ac:spMkLst>
            <pc:docMk/>
            <pc:sldMk cId="0" sldId="257"/>
            <ac:spMk id="52" creationId="{F014F566-679C-7B70-6B31-31DC6A6FB9B1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2:28.118" v="2" actId="20577"/>
        <pc:sldMkLst>
          <pc:docMk/>
          <pc:sldMk cId="0" sldId="258"/>
        </pc:sldMkLst>
        <pc:spChg chg="mod">
          <ac:chgData name="Bharath Raj" userId="S::bharathraj@devappsys.com::94d9684c-50e3-43a6-bc0f-7d1e94f3ae4e" providerId="AD" clId="Web-{48913760-2B4B-40AB-BAB1-5B833250FBCA}" dt="2025-06-09T08:02:28.118" v="2" actId="20577"/>
          <ac:spMkLst>
            <pc:docMk/>
            <pc:sldMk cId="0" sldId="258"/>
            <ac:spMk id="19" creationId="{9638AB3A-734E-28AD-106B-E6DC74EB2121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3:09.525" v="5" actId="20577"/>
        <pc:sldMkLst>
          <pc:docMk/>
          <pc:sldMk cId="0" sldId="259"/>
        </pc:sldMkLst>
        <pc:spChg chg="mod">
          <ac:chgData name="Bharath Raj" userId="S::bharathraj@devappsys.com::94d9684c-50e3-43a6-bc0f-7d1e94f3ae4e" providerId="AD" clId="Web-{48913760-2B4B-40AB-BAB1-5B833250FBCA}" dt="2025-06-09T08:03:09.525" v="5" actId="20577"/>
          <ac:spMkLst>
            <pc:docMk/>
            <pc:sldMk cId="0" sldId="259"/>
            <ac:spMk id="3" creationId="{C597A9B1-90A9-775B-5F0B-8D62A6479A8C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3:44.369" v="9" actId="20577"/>
        <pc:sldMkLst>
          <pc:docMk/>
          <pc:sldMk cId="0" sldId="265"/>
        </pc:sldMkLst>
        <pc:spChg chg="mod">
          <ac:chgData name="Bharath Raj" userId="S::bharathraj@devappsys.com::94d9684c-50e3-43a6-bc0f-7d1e94f3ae4e" providerId="AD" clId="Web-{48913760-2B4B-40AB-BAB1-5B833250FBCA}" dt="2025-06-09T08:03:44.369" v="9" actId="20577"/>
          <ac:spMkLst>
            <pc:docMk/>
            <pc:sldMk cId="0" sldId="265"/>
            <ac:spMk id="23" creationId="{AFB55547-605D-EDB9-41FF-CD3D51DA6714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3:59.807" v="10" actId="20577"/>
        <pc:sldMkLst>
          <pc:docMk/>
          <pc:sldMk cId="0" sldId="266"/>
        </pc:sldMkLst>
        <pc:spChg chg="mod">
          <ac:chgData name="Bharath Raj" userId="S::bharathraj@devappsys.com::94d9684c-50e3-43a6-bc0f-7d1e94f3ae4e" providerId="AD" clId="Web-{48913760-2B4B-40AB-BAB1-5B833250FBCA}" dt="2025-06-09T08:03:59.807" v="10" actId="20577"/>
          <ac:spMkLst>
            <pc:docMk/>
            <pc:sldMk cId="0" sldId="266"/>
            <ac:spMk id="27" creationId="{FD0538BD-B281-3C0B-F413-48312AD49C50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4:09.104" v="11" actId="20577"/>
        <pc:sldMkLst>
          <pc:docMk/>
          <pc:sldMk cId="0" sldId="267"/>
        </pc:sldMkLst>
        <pc:spChg chg="mod">
          <ac:chgData name="Bharath Raj" userId="S::bharathraj@devappsys.com::94d9684c-50e3-43a6-bc0f-7d1e94f3ae4e" providerId="AD" clId="Web-{48913760-2B4B-40AB-BAB1-5B833250FBCA}" dt="2025-06-09T08:04:09.104" v="11" actId="20577"/>
          <ac:spMkLst>
            <pc:docMk/>
            <pc:sldMk cId="0" sldId="267"/>
            <ac:spMk id="19" creationId="{E09AA338-7558-DCBF-9BD3-6A55D9D0B666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4:16.010" v="12" actId="20577"/>
        <pc:sldMkLst>
          <pc:docMk/>
          <pc:sldMk cId="0" sldId="268"/>
        </pc:sldMkLst>
        <pc:spChg chg="mod">
          <ac:chgData name="Bharath Raj" userId="S::bharathraj@devappsys.com::94d9684c-50e3-43a6-bc0f-7d1e94f3ae4e" providerId="AD" clId="Web-{48913760-2B4B-40AB-BAB1-5B833250FBCA}" dt="2025-06-09T08:04:16.010" v="12" actId="20577"/>
          <ac:spMkLst>
            <pc:docMk/>
            <pc:sldMk cId="0" sldId="268"/>
            <ac:spMk id="16" creationId="{7A203954-94E8-E177-2D54-36499D9C9FB4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4:28.557" v="13" actId="20577"/>
        <pc:sldMkLst>
          <pc:docMk/>
          <pc:sldMk cId="0" sldId="269"/>
        </pc:sldMkLst>
        <pc:spChg chg="mod">
          <ac:chgData name="Bharath Raj" userId="S::bharathraj@devappsys.com::94d9684c-50e3-43a6-bc0f-7d1e94f3ae4e" providerId="AD" clId="Web-{48913760-2B4B-40AB-BAB1-5B833250FBCA}" dt="2025-06-09T08:04:28.557" v="13" actId="20577"/>
          <ac:spMkLst>
            <pc:docMk/>
            <pc:sldMk cId="0" sldId="269"/>
            <ac:spMk id="8" creationId="{EE169540-353F-AA0D-CE5D-9D92894927AE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2:52.884" v="4" actId="20577"/>
        <pc:sldMkLst>
          <pc:docMk/>
          <pc:sldMk cId="2287379508" sldId="271"/>
        </pc:sldMkLst>
        <pc:spChg chg="mod">
          <ac:chgData name="Bharath Raj" userId="S::bharathraj@devappsys.com::94d9684c-50e3-43a6-bc0f-7d1e94f3ae4e" providerId="AD" clId="Web-{48913760-2B4B-40AB-BAB1-5B833250FBCA}" dt="2025-06-09T08:02:52.884" v="4" actId="20577"/>
          <ac:spMkLst>
            <pc:docMk/>
            <pc:sldMk cId="2287379508" sldId="271"/>
            <ac:spMk id="19" creationId="{A0FBD77A-4FC9-AF33-24F3-5E5B90BDC9DC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3:18.790" v="6" actId="20577"/>
        <pc:sldMkLst>
          <pc:docMk/>
          <pc:sldMk cId="1378273258" sldId="272"/>
        </pc:sldMkLst>
        <pc:spChg chg="mod">
          <ac:chgData name="Bharath Raj" userId="S::bharathraj@devappsys.com::94d9684c-50e3-43a6-bc0f-7d1e94f3ae4e" providerId="AD" clId="Web-{48913760-2B4B-40AB-BAB1-5B833250FBCA}" dt="2025-06-09T08:03:18.790" v="6" actId="20577"/>
          <ac:spMkLst>
            <pc:docMk/>
            <pc:sldMk cId="1378273258" sldId="272"/>
            <ac:spMk id="3" creationId="{05E29320-7793-4496-040B-CE09BE69068C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3:29.681" v="7" actId="20577"/>
        <pc:sldMkLst>
          <pc:docMk/>
          <pc:sldMk cId="3480894903" sldId="273"/>
        </pc:sldMkLst>
        <pc:spChg chg="mod">
          <ac:chgData name="Bharath Raj" userId="S::bharathraj@devappsys.com::94d9684c-50e3-43a6-bc0f-7d1e94f3ae4e" providerId="AD" clId="Web-{48913760-2B4B-40AB-BAB1-5B833250FBCA}" dt="2025-06-09T08:03:29.681" v="7" actId="20577"/>
          <ac:spMkLst>
            <pc:docMk/>
            <pc:sldMk cId="3480894903" sldId="273"/>
            <ac:spMk id="19" creationId="{2EFE2ECD-21FD-8EA8-38F2-18023478F72D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3:37.775" v="8" actId="20577"/>
        <pc:sldMkLst>
          <pc:docMk/>
          <pc:sldMk cId="4199602133" sldId="274"/>
        </pc:sldMkLst>
        <pc:spChg chg="mod">
          <ac:chgData name="Bharath Raj" userId="S::bharathraj@devappsys.com::94d9684c-50e3-43a6-bc0f-7d1e94f3ae4e" providerId="AD" clId="Web-{48913760-2B4B-40AB-BAB1-5B833250FBCA}" dt="2025-06-09T08:03:37.775" v="8" actId="20577"/>
          <ac:spMkLst>
            <pc:docMk/>
            <pc:sldMk cId="4199602133" sldId="274"/>
            <ac:spMk id="19" creationId="{E8F9574A-83CB-4373-715E-6E0E72CCE48A}"/>
          </ac:spMkLst>
        </pc:spChg>
      </pc:sldChg>
      <pc:sldChg chg="modSp">
        <pc:chgData name="Bharath Raj" userId="S::bharathraj@devappsys.com::94d9684c-50e3-43a6-bc0f-7d1e94f3ae4e" providerId="AD" clId="Web-{48913760-2B4B-40AB-BAB1-5B833250FBCA}" dt="2025-06-09T08:02:34.477" v="3" actId="20577"/>
        <pc:sldMkLst>
          <pc:docMk/>
          <pc:sldMk cId="2783255690" sldId="275"/>
        </pc:sldMkLst>
        <pc:spChg chg="mod">
          <ac:chgData name="Bharath Raj" userId="S::bharathraj@devappsys.com::94d9684c-50e3-43a6-bc0f-7d1e94f3ae4e" providerId="AD" clId="Web-{48913760-2B4B-40AB-BAB1-5B833250FBCA}" dt="2025-06-09T08:02:34.477" v="3" actId="20577"/>
          <ac:spMkLst>
            <pc:docMk/>
            <pc:sldMk cId="2783255690" sldId="275"/>
            <ac:spMk id="19" creationId="{0B2C6E55-23D9-406D-BC3D-A2931A20BA10}"/>
          </ac:spMkLst>
        </pc:spChg>
      </pc:sldChg>
    </pc:docChg>
  </pc:docChgLst>
  <pc:docChgLst>
    <pc:chgData name="Krishnaraj Rao" userId="S::krishnaraj@devappsys.com::a83542c9-5cf2-493e-a756-14c8b4a74310" providerId="AD" clId="Web-{6EE5FFB5-FA97-431F-A702-10D5039EA187}"/>
    <pc:docChg chg="addSld delSld modSld sldOrd">
      <pc:chgData name="Krishnaraj Rao" userId="S::krishnaraj@devappsys.com::a83542c9-5cf2-493e-a756-14c8b4a74310" providerId="AD" clId="Web-{6EE5FFB5-FA97-431F-A702-10D5039EA187}" dt="2025-06-07T07:39:16.444" v="1033"/>
      <pc:docMkLst>
        <pc:docMk/>
      </pc:docMkLst>
      <pc:sldChg chg="modSp">
        <pc:chgData name="Krishnaraj Rao" userId="S::krishnaraj@devappsys.com::a83542c9-5cf2-493e-a756-14c8b4a74310" providerId="AD" clId="Web-{6EE5FFB5-FA97-431F-A702-10D5039EA187}" dt="2025-06-07T07:27:05.040" v="942" actId="20577"/>
        <pc:sldMkLst>
          <pc:docMk/>
          <pc:sldMk cId="0" sldId="256"/>
        </pc:sldMkLst>
        <pc:spChg chg="mod">
          <ac:chgData name="Krishnaraj Rao" userId="S::krishnaraj@devappsys.com::a83542c9-5cf2-493e-a756-14c8b4a74310" providerId="AD" clId="Web-{6EE5FFB5-FA97-431F-A702-10D5039EA187}" dt="2025-06-07T07:27:05.040" v="942" actId="20577"/>
          <ac:spMkLst>
            <pc:docMk/>
            <pc:sldMk cId="0" sldId="256"/>
            <ac:spMk id="11" creationId="{00000000-0000-0000-0000-000000000000}"/>
          </ac:spMkLst>
        </pc:spChg>
      </pc:sldChg>
      <pc:sldChg chg="modSp">
        <pc:chgData name="Krishnaraj Rao" userId="S::krishnaraj@devappsys.com::a83542c9-5cf2-493e-a756-14c8b4a74310" providerId="AD" clId="Web-{6EE5FFB5-FA97-431F-A702-10D5039EA187}" dt="2025-06-07T06:54:40.138" v="485" actId="20577"/>
        <pc:sldMkLst>
          <pc:docMk/>
          <pc:sldMk cId="0" sldId="257"/>
        </pc:sldMkLst>
        <pc:spChg chg="mod">
          <ac:chgData name="Krishnaraj Rao" userId="S::krishnaraj@devappsys.com::a83542c9-5cf2-493e-a756-14c8b4a74310" providerId="AD" clId="Web-{6EE5FFB5-FA97-431F-A702-10D5039EA187}" dt="2025-06-07T05:48:26.761" v="0"/>
          <ac:spMkLst>
            <pc:docMk/>
            <pc:sldMk cId="0" sldId="257"/>
            <ac:spMk id="1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9:06.450" v="17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61" v="2"/>
          <ac:spMkLst>
            <pc:docMk/>
            <pc:sldMk cId="0" sldId="257"/>
            <ac:spMk id="22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54:40.138" v="485" actId="2057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4"/>
          <ac:spMkLst>
            <pc:docMk/>
            <pc:sldMk cId="0" sldId="257"/>
            <ac:spMk id="2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5"/>
          <ac:spMkLst>
            <pc:docMk/>
            <pc:sldMk cId="0" sldId="257"/>
            <ac:spMk id="2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6"/>
          <ac:spMkLst>
            <pc:docMk/>
            <pc:sldMk cId="0" sldId="257"/>
            <ac:spMk id="32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7"/>
          <ac:spMkLst>
            <pc:docMk/>
            <pc:sldMk cId="0" sldId="257"/>
            <ac:spMk id="3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8"/>
          <ac:spMkLst>
            <pc:docMk/>
            <pc:sldMk cId="0" sldId="257"/>
            <ac:spMk id="3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9:17.919" v="20" actId="20577"/>
          <ac:spMkLst>
            <pc:docMk/>
            <pc:sldMk cId="0" sldId="257"/>
            <ac:spMk id="3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10"/>
          <ac:spMkLst>
            <pc:docMk/>
            <pc:sldMk cId="0" sldId="257"/>
            <ac:spMk id="42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9:23.122" v="22" actId="20577"/>
          <ac:spMkLst>
            <pc:docMk/>
            <pc:sldMk cId="0" sldId="257"/>
            <ac:spMk id="4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12"/>
          <ac:spMkLst>
            <pc:docMk/>
            <pc:sldMk cId="0" sldId="257"/>
            <ac:spMk id="4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964" v="13"/>
          <ac:spMkLst>
            <pc:docMk/>
            <pc:sldMk cId="0" sldId="257"/>
            <ac:spMk id="48" creationId="{00000000-0000-0000-0000-000000000000}"/>
          </ac:spMkLst>
        </pc:spChg>
      </pc:sldChg>
      <pc:sldChg chg="delSp modSp">
        <pc:chgData name="Krishnaraj Rao" userId="S::krishnaraj@devappsys.com::a83542c9-5cf2-493e-a756-14c8b4a74310" providerId="AD" clId="Web-{6EE5FFB5-FA97-431F-A702-10D5039EA187}" dt="2025-06-07T05:54:54.601" v="71" actId="20577"/>
        <pc:sldMkLst>
          <pc:docMk/>
          <pc:sldMk cId="0" sldId="258"/>
        </pc:sldMkLst>
        <pc:spChg chg="mod">
          <ac:chgData name="Krishnaraj Rao" userId="S::krishnaraj@devappsys.com::a83542c9-5cf2-493e-a756-14c8b4a74310" providerId="AD" clId="Web-{6EE5FFB5-FA97-431F-A702-10D5039EA187}" dt="2025-06-07T05:54:54.601" v="71" actId="20577"/>
          <ac:spMkLst>
            <pc:docMk/>
            <pc:sldMk cId="0" sldId="258"/>
            <ac:spMk id="5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50:15.983" v="32" actId="1076"/>
          <ac:spMkLst>
            <pc:docMk/>
            <pc:sldMk cId="0" sldId="258"/>
            <ac:spMk id="9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5:53:22.455" v="55"/>
          <ac:spMkLst>
            <pc:docMk/>
            <pc:sldMk cId="0" sldId="258"/>
            <ac:spMk id="13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5:50:06.202" v="31"/>
          <ac:spMkLst>
            <pc:docMk/>
            <pc:sldMk cId="0" sldId="258"/>
            <ac:spMk id="14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52:01.985" v="43" actId="1076"/>
          <ac:spMkLst>
            <pc:docMk/>
            <pc:sldMk cId="0" sldId="258"/>
            <ac:spMk id="19" creationId="{9638AB3A-734E-28AD-106B-E6DC74EB2121}"/>
          </ac:spMkLst>
        </pc:spChg>
      </pc:sldChg>
      <pc:sldChg chg="addSp delSp modSp add del">
        <pc:chgData name="Krishnaraj Rao" userId="S::krishnaraj@devappsys.com::a83542c9-5cf2-493e-a756-14c8b4a74310" providerId="AD" clId="Web-{6EE5FFB5-FA97-431F-A702-10D5039EA187}" dt="2025-06-07T06:39:01.396" v="334"/>
        <pc:sldMkLst>
          <pc:docMk/>
          <pc:sldMk cId="0" sldId="259"/>
        </pc:sldMkLst>
        <pc:spChg chg="del">
          <ac:chgData name="Krishnaraj Rao" userId="S::krishnaraj@devappsys.com::a83542c9-5cf2-493e-a756-14c8b4a74310" providerId="AD" clId="Web-{6EE5FFB5-FA97-431F-A702-10D5039EA187}" dt="2025-06-07T06:32:38.889" v="302"/>
          <ac:spMkLst>
            <pc:docMk/>
            <pc:sldMk cId="0" sldId="259"/>
            <ac:spMk id="11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34:48.282" v="323" actId="20577"/>
          <ac:spMkLst>
            <pc:docMk/>
            <pc:sldMk cId="0" sldId="259"/>
            <ac:spMk id="12" creationId="{00000000-0000-0000-0000-000000000000}"/>
          </ac:spMkLst>
        </pc:spChg>
        <pc:spChg chg="del mod">
          <ac:chgData name="Krishnaraj Rao" userId="S::krishnaraj@devappsys.com::a83542c9-5cf2-493e-a756-14c8b4a74310" providerId="AD" clId="Web-{6EE5FFB5-FA97-431F-A702-10D5039EA187}" dt="2025-06-07T06:33:57.906" v="312"/>
          <ac:spMkLst>
            <pc:docMk/>
            <pc:sldMk cId="0" sldId="259"/>
            <ac:spMk id="13" creationId="{00000000-0000-0000-0000-000000000000}"/>
          </ac:spMkLst>
        </pc:spChg>
        <pc:spChg chg="add del mod">
          <ac:chgData name="Krishnaraj Rao" userId="S::krishnaraj@devappsys.com::a83542c9-5cf2-493e-a756-14c8b4a74310" providerId="AD" clId="Web-{6EE5FFB5-FA97-431F-A702-10D5039EA187}" dt="2025-06-07T06:38:58.849" v="333"/>
          <ac:spMkLst>
            <pc:docMk/>
            <pc:sldMk cId="0" sldId="259"/>
            <ac:spMk id="14" creationId="{00000000-0000-0000-0000-000000000000}"/>
          </ac:spMkLst>
        </pc:spChg>
        <pc:grpChg chg="del mod">
          <ac:chgData name="Krishnaraj Rao" userId="S::krishnaraj@devappsys.com::a83542c9-5cf2-493e-a756-14c8b4a74310" providerId="AD" clId="Web-{6EE5FFB5-FA97-431F-A702-10D5039EA187}" dt="2025-06-07T06:34:08.203" v="315"/>
          <ac:grpSpMkLst>
            <pc:docMk/>
            <pc:sldMk cId="0" sldId="259"/>
            <ac:grpSpMk id="5" creationId="{00000000-0000-0000-0000-000000000000}"/>
          </ac:grpSpMkLst>
        </pc:grpChg>
        <pc:grpChg chg="del">
          <ac:chgData name="Krishnaraj Rao" userId="S::krishnaraj@devappsys.com::a83542c9-5cf2-493e-a756-14c8b4a74310" providerId="AD" clId="Web-{6EE5FFB5-FA97-431F-A702-10D5039EA187}" dt="2025-06-07T06:32:40.420" v="303"/>
          <ac:grpSpMkLst>
            <pc:docMk/>
            <pc:sldMk cId="0" sldId="259"/>
            <ac:grpSpMk id="7" creationId="{00000000-0000-0000-0000-000000000000}"/>
          </ac:grpSpMkLst>
        </pc:grpChg>
        <pc:picChg chg="add del mod">
          <ac:chgData name="Krishnaraj Rao" userId="S::krishnaraj@devappsys.com::a83542c9-5cf2-493e-a756-14c8b4a74310" providerId="AD" clId="Web-{6EE5FFB5-FA97-431F-A702-10D5039EA187}" dt="2025-06-07T06:33:12.562" v="306"/>
          <ac:picMkLst>
            <pc:docMk/>
            <pc:sldMk cId="0" sldId="259"/>
            <ac:picMk id="15" creationId="{A5F09E1F-B94D-CF10-0339-42869DFD4B6C}"/>
          </ac:picMkLst>
        </pc:picChg>
        <pc:picChg chg="add del mod">
          <ac:chgData name="Krishnaraj Rao" userId="S::krishnaraj@devappsys.com::a83542c9-5cf2-493e-a756-14c8b4a74310" providerId="AD" clId="Web-{6EE5FFB5-FA97-431F-A702-10D5039EA187}" dt="2025-06-07T06:35:30.845" v="324"/>
          <ac:picMkLst>
            <pc:docMk/>
            <pc:sldMk cId="0" sldId="259"/>
            <ac:picMk id="16" creationId="{11C996E2-76DC-3210-5EAB-41284963AF19}"/>
          </ac:picMkLst>
        </pc:picChg>
        <pc:picChg chg="add del mod">
          <ac:chgData name="Krishnaraj Rao" userId="S::krishnaraj@devappsys.com::a83542c9-5cf2-493e-a756-14c8b4a74310" providerId="AD" clId="Web-{6EE5FFB5-FA97-431F-A702-10D5039EA187}" dt="2025-06-07T06:39:01.396" v="334"/>
          <ac:picMkLst>
            <pc:docMk/>
            <pc:sldMk cId="0" sldId="259"/>
            <ac:picMk id="17" creationId="{19740CE3-C360-7535-5DA7-CC40B350C4AD}"/>
          </ac:picMkLst>
        </pc:picChg>
      </pc:sldChg>
      <pc:sldChg chg="del ord">
        <pc:chgData name="Krishnaraj Rao" userId="S::krishnaraj@devappsys.com::a83542c9-5cf2-493e-a756-14c8b4a74310" providerId="AD" clId="Web-{6EE5FFB5-FA97-431F-A702-10D5039EA187}" dt="2025-06-07T06:58:06.079" v="503"/>
        <pc:sldMkLst>
          <pc:docMk/>
          <pc:sldMk cId="0" sldId="260"/>
        </pc:sldMkLst>
      </pc:sldChg>
      <pc:sldChg chg="del">
        <pc:chgData name="Krishnaraj Rao" userId="S::krishnaraj@devappsys.com::a83542c9-5cf2-493e-a756-14c8b4a74310" providerId="AD" clId="Web-{6EE5FFB5-FA97-431F-A702-10D5039EA187}" dt="2025-06-07T06:58:02.360" v="502"/>
        <pc:sldMkLst>
          <pc:docMk/>
          <pc:sldMk cId="0" sldId="261"/>
        </pc:sldMkLst>
      </pc:sldChg>
      <pc:sldChg chg="del">
        <pc:chgData name="Krishnaraj Rao" userId="S::krishnaraj@devappsys.com::a83542c9-5cf2-493e-a756-14c8b4a74310" providerId="AD" clId="Web-{6EE5FFB5-FA97-431F-A702-10D5039EA187}" dt="2025-06-07T06:58:06.438" v="504"/>
        <pc:sldMkLst>
          <pc:docMk/>
          <pc:sldMk cId="0" sldId="262"/>
        </pc:sldMkLst>
      </pc:sldChg>
      <pc:sldChg chg="delSp modSp del">
        <pc:chgData name="Krishnaraj Rao" userId="S::krishnaraj@devappsys.com::a83542c9-5cf2-493e-a756-14c8b4a74310" providerId="AD" clId="Web-{6EE5FFB5-FA97-431F-A702-10D5039EA187}" dt="2025-06-07T07:02:59.334" v="566"/>
        <pc:sldMkLst>
          <pc:docMk/>
          <pc:sldMk cId="0" sldId="263"/>
        </pc:sldMkLst>
        <pc:spChg chg="mod">
          <ac:chgData name="Krishnaraj Rao" userId="S::krishnaraj@devappsys.com::a83542c9-5cf2-493e-a756-14c8b4a74310" providerId="AD" clId="Web-{6EE5FFB5-FA97-431F-A702-10D5039EA187}" dt="2025-06-07T06:59:52.581" v="529" actId="14100"/>
          <ac:spMkLst>
            <pc:docMk/>
            <pc:sldMk cId="0" sldId="263"/>
            <ac:spMk id="6" creationId="{00000000-0000-0000-0000-000000000000}"/>
          </ac:spMkLst>
        </pc:spChg>
        <pc:spChg chg="mod topLvl">
          <ac:chgData name="Krishnaraj Rao" userId="S::krishnaraj@devappsys.com::a83542c9-5cf2-493e-a756-14c8b4a74310" providerId="AD" clId="Web-{6EE5FFB5-FA97-431F-A702-10D5039EA187}" dt="2025-06-07T07:02:38.381" v="565" actId="20577"/>
          <ac:spMkLst>
            <pc:docMk/>
            <pc:sldMk cId="0" sldId="263"/>
            <ac:spMk id="8" creationId="{00000000-0000-0000-0000-000000000000}"/>
          </ac:spMkLst>
        </pc:spChg>
        <pc:spChg chg="del mod topLvl">
          <ac:chgData name="Krishnaraj Rao" userId="S::krishnaraj@devappsys.com::a83542c9-5cf2-493e-a756-14c8b4a74310" providerId="AD" clId="Web-{6EE5FFB5-FA97-431F-A702-10D5039EA187}" dt="2025-06-07T06:59:00.127" v="511"/>
          <ac:spMkLst>
            <pc:docMk/>
            <pc:sldMk cId="0" sldId="263"/>
            <ac:spMk id="9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6:58:58.096" v="510"/>
          <ac:spMkLst>
            <pc:docMk/>
            <pc:sldMk cId="0" sldId="263"/>
            <ac:spMk id="10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6:58:56.080" v="509"/>
          <ac:spMkLst>
            <pc:docMk/>
            <pc:sldMk cId="0" sldId="263"/>
            <ac:spMk id="11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6:58:54.236" v="508"/>
          <ac:spMkLst>
            <pc:docMk/>
            <pc:sldMk cId="0" sldId="263"/>
            <ac:spMk id="12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6:58:51.392" v="507"/>
          <ac:spMkLst>
            <pc:docMk/>
            <pc:sldMk cId="0" sldId="263"/>
            <ac:spMk id="13" creationId="{00000000-0000-0000-0000-000000000000}"/>
          </ac:spMkLst>
        </pc:spChg>
        <pc:grpChg chg="del">
          <ac:chgData name="Krishnaraj Rao" userId="S::krishnaraj@devappsys.com::a83542c9-5cf2-493e-a756-14c8b4a74310" providerId="AD" clId="Web-{6EE5FFB5-FA97-431F-A702-10D5039EA187}" dt="2025-06-07T06:59:00.127" v="511"/>
          <ac:grpSpMkLst>
            <pc:docMk/>
            <pc:sldMk cId="0" sldId="263"/>
            <ac:grpSpMk id="7" creationId="{00000000-0000-0000-0000-000000000000}"/>
          </ac:grpSpMkLst>
        </pc:grpChg>
      </pc:sldChg>
      <pc:sldChg chg="del">
        <pc:chgData name="Krishnaraj Rao" userId="S::krishnaraj@devappsys.com::a83542c9-5cf2-493e-a756-14c8b4a74310" providerId="AD" clId="Web-{6EE5FFB5-FA97-431F-A702-10D5039EA187}" dt="2025-06-07T07:08:17.606" v="627"/>
        <pc:sldMkLst>
          <pc:docMk/>
          <pc:sldMk cId="0" sldId="264"/>
        </pc:sldMkLst>
      </pc:sldChg>
      <pc:sldChg chg="modSp">
        <pc:chgData name="Krishnaraj Rao" userId="S::krishnaraj@devappsys.com::a83542c9-5cf2-493e-a756-14c8b4a74310" providerId="AD" clId="Web-{6EE5FFB5-FA97-431F-A702-10D5039EA187}" dt="2025-06-07T07:22:48.957" v="898" actId="20577"/>
        <pc:sldMkLst>
          <pc:docMk/>
          <pc:sldMk cId="0" sldId="265"/>
        </pc:sldMkLst>
        <pc:spChg chg="mod">
          <ac:chgData name="Krishnaraj Rao" userId="S::krishnaraj@devappsys.com::a83542c9-5cf2-493e-a756-14c8b4a74310" providerId="AD" clId="Web-{6EE5FFB5-FA97-431F-A702-10D5039EA187}" dt="2025-06-07T07:11:42.657" v="646" actId="20577"/>
          <ac:spMkLst>
            <pc:docMk/>
            <pc:sldMk cId="0" sldId="265"/>
            <ac:spMk id="5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2:39.486" v="655" actId="20577"/>
          <ac:spMkLst>
            <pc:docMk/>
            <pc:sldMk cId="0" sldId="265"/>
            <ac:spMk id="6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22:48.957" v="898" actId="20577"/>
          <ac:spMkLst>
            <pc:docMk/>
            <pc:sldMk cId="0" sldId="265"/>
            <ac:spMk id="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4:02.535" v="684" actId="20577"/>
          <ac:spMkLst>
            <pc:docMk/>
            <pc:sldMk cId="0" sldId="265"/>
            <ac:spMk id="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38"/>
          <ac:spMkLst>
            <pc:docMk/>
            <pc:sldMk cId="0" sldId="265"/>
            <ac:spMk id="9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39"/>
          <ac:spMkLst>
            <pc:docMk/>
            <pc:sldMk cId="0" sldId="265"/>
            <ac:spMk id="10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40"/>
          <ac:spMkLst>
            <pc:docMk/>
            <pc:sldMk cId="0" sldId="265"/>
            <ac:spMk id="11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41"/>
          <ac:spMkLst>
            <pc:docMk/>
            <pc:sldMk cId="0" sldId="265"/>
            <ac:spMk id="12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42"/>
          <ac:spMkLst>
            <pc:docMk/>
            <pc:sldMk cId="0" sldId="265"/>
            <ac:spMk id="1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97" v="843"/>
          <ac:spMkLst>
            <pc:docMk/>
            <pc:sldMk cId="0" sldId="265"/>
            <ac:spMk id="14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08:49.732" v="629" actId="20577"/>
          <ac:spMkLst>
            <pc:docMk/>
            <pc:sldMk cId="0" sldId="265"/>
            <ac:spMk id="15" creationId="{00000000-0000-0000-0000-000000000000}"/>
          </ac:spMkLst>
        </pc:spChg>
      </pc:sldChg>
      <pc:sldChg chg="delSp modSp">
        <pc:chgData name="Krishnaraj Rao" userId="S::krishnaraj@devappsys.com::a83542c9-5cf2-493e-a756-14c8b4a74310" providerId="AD" clId="Web-{6EE5FFB5-FA97-431F-A702-10D5039EA187}" dt="2025-06-07T07:24:47.568" v="934" actId="1076"/>
        <pc:sldMkLst>
          <pc:docMk/>
          <pc:sldMk cId="0" sldId="266"/>
        </pc:sldMkLst>
        <pc:spChg chg="del mod">
          <ac:chgData name="Krishnaraj Rao" userId="S::krishnaraj@devappsys.com::a83542c9-5cf2-493e-a756-14c8b4a74310" providerId="AD" clId="Web-{6EE5FFB5-FA97-431F-A702-10D5039EA187}" dt="2025-06-07T07:23:40.583" v="913"/>
          <ac:spMkLst>
            <pc:docMk/>
            <pc:sldMk cId="0" sldId="266"/>
            <ac:spMk id="19" creationId="{00000000-0000-0000-0000-000000000000}"/>
          </ac:spMkLst>
        </pc:spChg>
        <pc:spChg chg="mod topLvl">
          <ac:chgData name="Krishnaraj Rao" userId="S::krishnaraj@devappsys.com::a83542c9-5cf2-493e-a756-14c8b4a74310" providerId="AD" clId="Web-{6EE5FFB5-FA97-431F-A702-10D5039EA187}" dt="2025-06-07T07:24:47.568" v="934" actId="1076"/>
          <ac:spMkLst>
            <pc:docMk/>
            <pc:sldMk cId="0" sldId="266"/>
            <ac:spMk id="21" creationId="{00000000-0000-0000-0000-000000000000}"/>
          </ac:spMkLst>
        </pc:spChg>
        <pc:spChg chg="del mod">
          <ac:chgData name="Krishnaraj Rao" userId="S::krishnaraj@devappsys.com::a83542c9-5cf2-493e-a756-14c8b4a74310" providerId="AD" clId="Web-{6EE5FFB5-FA97-431F-A702-10D5039EA187}" dt="2025-06-07T07:23:19.926" v="909"/>
          <ac:spMkLst>
            <pc:docMk/>
            <pc:sldMk cId="0" sldId="266"/>
            <ac:spMk id="22" creationId="{00000000-0000-0000-0000-000000000000}"/>
          </ac:spMkLst>
        </pc:spChg>
        <pc:spChg chg="del topLvl">
          <ac:chgData name="Krishnaraj Rao" userId="S::krishnaraj@devappsys.com::a83542c9-5cf2-493e-a756-14c8b4a74310" providerId="AD" clId="Web-{6EE5FFB5-FA97-431F-A702-10D5039EA187}" dt="2025-06-07T07:23:21.598" v="910"/>
          <ac:spMkLst>
            <pc:docMk/>
            <pc:sldMk cId="0" sldId="266"/>
            <ac:spMk id="23" creationId="{00000000-0000-0000-0000-000000000000}"/>
          </ac:spMkLst>
        </pc:spChg>
        <pc:grpChg chg="del">
          <ac:chgData name="Krishnaraj Rao" userId="S::krishnaraj@devappsys.com::a83542c9-5cf2-493e-a756-14c8b4a74310" providerId="AD" clId="Web-{6EE5FFB5-FA97-431F-A702-10D5039EA187}" dt="2025-06-07T07:23:21.598" v="910"/>
          <ac:grpSpMkLst>
            <pc:docMk/>
            <pc:sldMk cId="0" sldId="266"/>
            <ac:grpSpMk id="20" creationId="{00000000-0000-0000-0000-000000000000}"/>
          </ac:grpSpMkLst>
        </pc:grpChg>
      </pc:sldChg>
      <pc:sldChg chg="modSp">
        <pc:chgData name="Krishnaraj Rao" userId="S::krishnaraj@devappsys.com::a83542c9-5cf2-493e-a756-14c8b4a74310" providerId="AD" clId="Web-{6EE5FFB5-FA97-431F-A702-10D5039EA187}" dt="2025-06-07T07:28:34.807" v="976" actId="20577"/>
        <pc:sldMkLst>
          <pc:docMk/>
          <pc:sldMk cId="0" sldId="267"/>
        </pc:sldMkLst>
        <pc:spChg chg="mod">
          <ac:chgData name="Krishnaraj Rao" userId="S::krishnaraj@devappsys.com::a83542c9-5cf2-493e-a756-14c8b4a74310" providerId="AD" clId="Web-{6EE5FFB5-FA97-431F-A702-10D5039EA187}" dt="2025-06-07T07:27:56.916" v="948" actId="20577"/>
          <ac:spMkLst>
            <pc:docMk/>
            <pc:sldMk cId="0" sldId="267"/>
            <ac:spMk id="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28:12.807" v="957" actId="20577"/>
          <ac:spMkLst>
            <pc:docMk/>
            <pc:sldMk cId="0" sldId="267"/>
            <ac:spMk id="4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28:34.807" v="976" actId="20577"/>
          <ac:spMkLst>
            <pc:docMk/>
            <pc:sldMk cId="0" sldId="267"/>
            <ac:spMk id="5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28:25.666" v="968" actId="20577"/>
          <ac:spMkLst>
            <pc:docMk/>
            <pc:sldMk cId="0" sldId="267"/>
            <ac:spMk id="7" creationId="{00000000-0000-0000-0000-000000000000}"/>
          </ac:spMkLst>
        </pc:spChg>
      </pc:sldChg>
      <pc:sldChg chg="delSp modSp">
        <pc:chgData name="Krishnaraj Rao" userId="S::krishnaraj@devappsys.com::a83542c9-5cf2-493e-a756-14c8b4a74310" providerId="AD" clId="Web-{6EE5FFB5-FA97-431F-A702-10D5039EA187}" dt="2025-06-07T07:39:16.444" v="1033"/>
        <pc:sldMkLst>
          <pc:docMk/>
          <pc:sldMk cId="0" sldId="268"/>
        </pc:sldMkLst>
        <pc:spChg chg="del mod">
          <ac:chgData name="Krishnaraj Rao" userId="S::krishnaraj@devappsys.com::a83542c9-5cf2-493e-a756-14c8b4a74310" providerId="AD" clId="Web-{6EE5FFB5-FA97-431F-A702-10D5039EA187}" dt="2025-06-07T07:39:09.710" v="1030"/>
          <ac:spMkLst>
            <pc:docMk/>
            <pc:sldMk cId="0" sldId="268"/>
            <ac:spMk id="6" creationId="{00000000-0000-0000-0000-000000000000}"/>
          </ac:spMkLst>
        </pc:spChg>
        <pc:spChg chg="del mod">
          <ac:chgData name="Krishnaraj Rao" userId="S::krishnaraj@devappsys.com::a83542c9-5cf2-493e-a756-14c8b4a74310" providerId="AD" clId="Web-{6EE5FFB5-FA97-431F-A702-10D5039EA187}" dt="2025-06-07T07:29:33.871" v="978"/>
          <ac:spMkLst>
            <pc:docMk/>
            <pc:sldMk cId="0" sldId="268"/>
            <ac:spMk id="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32:43.406" v="1028" actId="20577"/>
          <ac:spMkLst>
            <pc:docMk/>
            <pc:sldMk cId="0" sldId="268"/>
            <ac:spMk id="9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7:39:16.444" v="1033"/>
          <ac:spMkLst>
            <pc:docMk/>
            <pc:sldMk cId="0" sldId="268"/>
            <ac:spMk id="10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7:39:11.132" v="1031"/>
          <ac:spMkLst>
            <pc:docMk/>
            <pc:sldMk cId="0" sldId="268"/>
            <ac:spMk id="11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7:39:14.241" v="1032"/>
          <ac:spMkLst>
            <pc:docMk/>
            <pc:sldMk cId="0" sldId="268"/>
            <ac:spMk id="12" creationId="{00000000-0000-0000-0000-000000000000}"/>
          </ac:spMkLst>
        </pc:spChg>
      </pc:sldChg>
      <pc:sldChg chg="addSp modSp add del replId">
        <pc:chgData name="Krishnaraj Rao" userId="S::krishnaraj@devappsys.com::a83542c9-5cf2-493e-a756-14c8b4a74310" providerId="AD" clId="Web-{6EE5FFB5-FA97-431F-A702-10D5039EA187}" dt="2025-06-07T06:56:40.249" v="501"/>
        <pc:sldMkLst>
          <pc:docMk/>
          <pc:sldMk cId="2009292532" sldId="270"/>
        </pc:sldMkLst>
        <pc:spChg chg="mod">
          <ac:chgData name="Krishnaraj Rao" userId="S::krishnaraj@devappsys.com::a83542c9-5cf2-493e-a756-14c8b4a74310" providerId="AD" clId="Web-{6EE5FFB5-FA97-431F-A702-10D5039EA187}" dt="2025-06-07T06:04:13.987" v="154" actId="14100"/>
          <ac:spMkLst>
            <pc:docMk/>
            <pc:sldMk cId="2009292532" sldId="270"/>
            <ac:spMk id="5" creationId="{3C034509-A163-54FF-33EF-A5317C50E181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55:06.779" v="500" actId="20577"/>
          <ac:spMkLst>
            <pc:docMk/>
            <pc:sldMk cId="2009292532" sldId="270"/>
            <ac:spMk id="9" creationId="{A5613FCB-0CCD-CED3-C4BF-22EDAD66F491}"/>
          </ac:spMkLst>
        </pc:spChg>
        <pc:graphicFrameChg chg="add mod modGraphic">
          <ac:chgData name="Krishnaraj Rao" userId="S::krishnaraj@devappsys.com::a83542c9-5cf2-493e-a756-14c8b4a74310" providerId="AD" clId="Web-{6EE5FFB5-FA97-431F-A702-10D5039EA187}" dt="2025-06-07T06:04:17.315" v="155"/>
          <ac:graphicFrameMkLst>
            <pc:docMk/>
            <pc:sldMk cId="2009292532" sldId="270"/>
            <ac:graphicFrameMk id="14" creationId="{B004AC6C-DBF2-F92D-5B0F-776E75526CE0}"/>
          </ac:graphicFrameMkLst>
        </pc:graphicFrameChg>
      </pc:sldChg>
      <pc:sldChg chg="addSp delSp modSp add replId">
        <pc:chgData name="Krishnaraj Rao" userId="S::krishnaraj@devappsys.com::a83542c9-5cf2-493e-a756-14c8b4a74310" providerId="AD" clId="Web-{6EE5FFB5-FA97-431F-A702-10D5039EA187}" dt="2025-06-07T06:25:32.985" v="301" actId="20577"/>
        <pc:sldMkLst>
          <pc:docMk/>
          <pc:sldMk cId="2287379508" sldId="271"/>
        </pc:sldMkLst>
        <pc:spChg chg="mod">
          <ac:chgData name="Krishnaraj Rao" userId="S::krishnaraj@devappsys.com::a83542c9-5cf2-493e-a756-14c8b4a74310" providerId="AD" clId="Web-{6EE5FFB5-FA97-431F-A702-10D5039EA187}" dt="2025-06-07T06:25:32.985" v="301" actId="20577"/>
          <ac:spMkLst>
            <pc:docMk/>
            <pc:sldMk cId="2287379508" sldId="271"/>
            <ac:spMk id="5" creationId="{011B476D-250C-9356-4E61-619F8DF47597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09:07.430" v="169" actId="20577"/>
          <ac:spMkLst>
            <pc:docMk/>
            <pc:sldMk cId="2287379508" sldId="271"/>
            <ac:spMk id="9" creationId="{12B9693A-628F-8041-7BC9-5F1E902449D1}"/>
          </ac:spMkLst>
        </pc:spChg>
        <pc:grpChg chg="mod">
          <ac:chgData name="Krishnaraj Rao" userId="S::krishnaraj@devappsys.com::a83542c9-5cf2-493e-a756-14c8b4a74310" providerId="AD" clId="Web-{6EE5FFB5-FA97-431F-A702-10D5039EA187}" dt="2025-06-07T06:14:33.858" v="224" actId="14100"/>
          <ac:grpSpMkLst>
            <pc:docMk/>
            <pc:sldMk cId="2287379508" sldId="271"/>
            <ac:grpSpMk id="4" creationId="{DBC1F9EA-ABAE-A6CC-DD7F-74AFBC992DF6}"/>
          </ac:grpSpMkLst>
        </pc:grpChg>
        <pc:graphicFrameChg chg="add del mod modGraphic">
          <ac:chgData name="Krishnaraj Rao" userId="S::krishnaraj@devappsys.com::a83542c9-5cf2-493e-a756-14c8b4a74310" providerId="AD" clId="Web-{6EE5FFB5-FA97-431F-A702-10D5039EA187}" dt="2025-06-07T06:10:28.166" v="194"/>
          <ac:graphicFrameMkLst>
            <pc:docMk/>
            <pc:sldMk cId="2287379508" sldId="271"/>
            <ac:graphicFrameMk id="14" creationId="{4BA22D0A-9425-D34C-A5CF-8AF270F32586}"/>
          </ac:graphicFrameMkLst>
        </pc:graphicFrameChg>
      </pc:sldChg>
      <pc:sldChg chg="addSp delSp modSp add replId">
        <pc:chgData name="Krishnaraj Rao" userId="S::krishnaraj@devappsys.com::a83542c9-5cf2-493e-a756-14c8b4a74310" providerId="AD" clId="Web-{6EE5FFB5-FA97-431F-A702-10D5039EA187}" dt="2025-06-07T06:40:00.819" v="347" actId="14100"/>
        <pc:sldMkLst>
          <pc:docMk/>
          <pc:sldMk cId="1378273258" sldId="272"/>
        </pc:sldMkLst>
        <pc:spChg chg="mod">
          <ac:chgData name="Krishnaraj Rao" userId="S::krishnaraj@devappsys.com::a83542c9-5cf2-493e-a756-14c8b4a74310" providerId="AD" clId="Web-{6EE5FFB5-FA97-431F-A702-10D5039EA187}" dt="2025-06-07T06:39:33.084" v="340" actId="20577"/>
          <ac:spMkLst>
            <pc:docMk/>
            <pc:sldMk cId="1378273258" sldId="272"/>
            <ac:spMk id="12" creationId="{C4829F24-53C2-7E91-0A22-DF71521DA44E}"/>
          </ac:spMkLst>
        </pc:spChg>
        <pc:picChg chg="add mod">
          <ac:chgData name="Krishnaraj Rao" userId="S::krishnaraj@devappsys.com::a83542c9-5cf2-493e-a756-14c8b4a74310" providerId="AD" clId="Web-{6EE5FFB5-FA97-431F-A702-10D5039EA187}" dt="2025-06-07T06:40:00.819" v="347" actId="14100"/>
          <ac:picMkLst>
            <pc:docMk/>
            <pc:sldMk cId="1378273258" sldId="272"/>
            <ac:picMk id="5" creationId="{575B74C2-9033-92D4-53D3-32C64F1FBA04}"/>
          </ac:picMkLst>
        </pc:picChg>
        <pc:picChg chg="del">
          <ac:chgData name="Krishnaraj Rao" userId="S::krishnaraj@devappsys.com::a83542c9-5cf2-493e-a756-14c8b4a74310" providerId="AD" clId="Web-{6EE5FFB5-FA97-431F-A702-10D5039EA187}" dt="2025-06-07T06:39:21.475" v="336"/>
          <ac:picMkLst>
            <pc:docMk/>
            <pc:sldMk cId="1378273258" sldId="272"/>
            <ac:picMk id="17" creationId="{AFBD2102-0E6D-A010-3B92-D628D7C084C0}"/>
          </ac:picMkLst>
        </pc:picChg>
      </pc:sldChg>
      <pc:sldChg chg="modSp add ord replId">
        <pc:chgData name="Krishnaraj Rao" userId="S::krishnaraj@devappsys.com::a83542c9-5cf2-493e-a756-14c8b4a74310" providerId="AD" clId="Web-{6EE5FFB5-FA97-431F-A702-10D5039EA187}" dt="2025-06-07T06:53:08.587" v="483" actId="14100"/>
        <pc:sldMkLst>
          <pc:docMk/>
          <pc:sldMk cId="3480894903" sldId="273"/>
        </pc:sldMkLst>
        <pc:spChg chg="mod">
          <ac:chgData name="Krishnaraj Rao" userId="S::krishnaraj@devappsys.com::a83542c9-5cf2-493e-a756-14c8b4a74310" providerId="AD" clId="Web-{6EE5FFB5-FA97-431F-A702-10D5039EA187}" dt="2025-06-07T06:53:08.587" v="483" actId="14100"/>
          <ac:spMkLst>
            <pc:docMk/>
            <pc:sldMk cId="3480894903" sldId="273"/>
            <ac:spMk id="5" creationId="{CEFD614E-217F-ADF7-5012-61A2E4C72D96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42:10.150" v="359" actId="20577"/>
          <ac:spMkLst>
            <pc:docMk/>
            <pc:sldMk cId="3480894903" sldId="273"/>
            <ac:spMk id="9" creationId="{7D9BE6DE-92DA-FBB6-6EB2-8744095645C4}"/>
          </ac:spMkLst>
        </pc:spChg>
      </pc:sldChg>
      <pc:sldChg chg="modSp add replId">
        <pc:chgData name="Krishnaraj Rao" userId="S::krishnaraj@devappsys.com::a83542c9-5cf2-493e-a756-14c8b4a74310" providerId="AD" clId="Web-{6EE5FFB5-FA97-431F-A702-10D5039EA187}" dt="2025-06-07T07:07:15.542" v="626" actId="20577"/>
        <pc:sldMkLst>
          <pc:docMk/>
          <pc:sldMk cId="4199602133" sldId="274"/>
        </pc:sldMkLst>
        <pc:spChg chg="mod">
          <ac:chgData name="Krishnaraj Rao" userId="S::krishnaraj@devappsys.com::a83542c9-5cf2-493e-a756-14c8b4a74310" providerId="AD" clId="Web-{6EE5FFB5-FA97-431F-A702-10D5039EA187}" dt="2025-06-07T07:07:15.542" v="626" actId="20577"/>
          <ac:spMkLst>
            <pc:docMk/>
            <pc:sldMk cId="4199602133" sldId="274"/>
            <ac:spMk id="5" creationId="{66866F3C-D8F5-A241-1384-65477A6EB3F9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03:50.789" v="591" actId="20577"/>
          <ac:spMkLst>
            <pc:docMk/>
            <pc:sldMk cId="4199602133" sldId="274"/>
            <ac:spMk id="9" creationId="{2B29D00A-A1AD-8ACA-5944-6D82A9647AE7}"/>
          </ac:spMkLst>
        </pc:spChg>
      </pc:sldChg>
    </pc:docChg>
  </pc:docChgLst>
  <pc:docChgLst>
    <pc:chgData name="suhas shetty" userId="S::suhas@devappsys.com::0b8a8c61-01d1-4dc3-a283-e89a57431e1e" providerId="AD" clId="Web-{C229F99B-91FC-4CCB-AA17-9B031DDDE57D}"/>
    <pc:docChg chg="modSld">
      <pc:chgData name="suhas shetty" userId="S::suhas@devappsys.com::0b8a8c61-01d1-4dc3-a283-e89a57431e1e" providerId="AD" clId="Web-{C229F99B-91FC-4CCB-AA17-9B031DDDE57D}" dt="2025-06-07T10:24:52.588" v="62" actId="1076"/>
      <pc:docMkLst>
        <pc:docMk/>
      </pc:docMkLst>
      <pc:sldChg chg="delSp">
        <pc:chgData name="suhas shetty" userId="S::suhas@devappsys.com::0b8a8c61-01d1-4dc3-a283-e89a57431e1e" providerId="AD" clId="Web-{C229F99B-91FC-4CCB-AA17-9B031DDDE57D}" dt="2025-06-07T10:21:54.211" v="46"/>
        <pc:sldMkLst>
          <pc:docMk/>
          <pc:sldMk cId="0" sldId="256"/>
        </pc:sldMkLst>
        <pc:spChg chg="del">
          <ac:chgData name="suhas shetty" userId="S::suhas@devappsys.com::0b8a8c61-01d1-4dc3-a283-e89a57431e1e" providerId="AD" clId="Web-{C229F99B-91FC-4CCB-AA17-9B031DDDE57D}" dt="2025-06-07T10:21:54.211" v="46"/>
          <ac:spMkLst>
            <pc:docMk/>
            <pc:sldMk cId="0" sldId="256"/>
            <ac:spMk id="5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1:50.883" v="45"/>
          <ac:spMkLst>
            <pc:docMk/>
            <pc:sldMk cId="0" sldId="256"/>
            <ac:spMk id="6" creationId="{00000000-0000-0000-0000-000000000000}"/>
          </ac:spMkLst>
        </pc:spChg>
      </pc:sldChg>
      <pc:sldChg chg="delSp">
        <pc:chgData name="suhas shetty" userId="S::suhas@devappsys.com::0b8a8c61-01d1-4dc3-a283-e89a57431e1e" providerId="AD" clId="Web-{C229F99B-91FC-4CCB-AA17-9B031DDDE57D}" dt="2025-06-07T10:23:28.806" v="49"/>
        <pc:sldMkLst>
          <pc:docMk/>
          <pc:sldMk cId="0" sldId="257"/>
        </pc:sldMkLst>
        <pc:spChg chg="del">
          <ac:chgData name="suhas shetty" userId="S::suhas@devappsys.com::0b8a8c61-01d1-4dc3-a283-e89a57431e1e" providerId="AD" clId="Web-{C229F99B-91FC-4CCB-AA17-9B031DDDE57D}" dt="2025-06-07T10:23:28.806" v="49"/>
          <ac:spMkLst>
            <pc:docMk/>
            <pc:sldMk cId="0" sldId="257"/>
            <ac:spMk id="2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26.931" v="48"/>
          <ac:spMkLst>
            <pc:docMk/>
            <pc:sldMk cId="0" sldId="257"/>
            <ac:spMk id="3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24.306" v="47"/>
          <ac:spMkLst>
            <pc:docMk/>
            <pc:sldMk cId="0" sldId="257"/>
            <ac:spMk id="6" creationId="{00000000-0000-0000-0000-000000000000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23:49.228" v="54" actId="1076"/>
        <pc:sldMkLst>
          <pc:docMk/>
          <pc:sldMk cId="0" sldId="258"/>
        </pc:sldMkLst>
        <pc:spChg chg="mod">
          <ac:chgData name="suhas shetty" userId="S::suhas@devappsys.com::0b8a8c61-01d1-4dc3-a283-e89a57431e1e" providerId="AD" clId="Web-{C229F99B-91FC-4CCB-AA17-9B031DDDE57D}" dt="2025-06-07T10:23:43.634" v="53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suhas shetty" userId="S::suhas@devappsys.com::0b8a8c61-01d1-4dc3-a283-e89a57431e1e" providerId="AD" clId="Web-{C229F99B-91FC-4CCB-AA17-9B031DDDE57D}" dt="2025-06-07T10:23:49.228" v="54" actId="1076"/>
          <ac:spMkLst>
            <pc:docMk/>
            <pc:sldMk cId="0" sldId="258"/>
            <ac:spMk id="3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37.462" v="51"/>
          <ac:spMkLst>
            <pc:docMk/>
            <pc:sldMk cId="0" sldId="258"/>
            <ac:spMk id="10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38.712" v="52"/>
          <ac:spMkLst>
            <pc:docMk/>
            <pc:sldMk cId="0" sldId="258"/>
            <ac:spMk id="11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36.650" v="50"/>
          <ac:spMkLst>
            <pc:docMk/>
            <pc:sldMk cId="0" sldId="258"/>
            <ac:spMk id="15" creationId="{00000000-0000-0000-0000-000000000000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17:20.003" v="10" actId="1076"/>
        <pc:sldMkLst>
          <pc:docMk/>
          <pc:sldMk cId="0" sldId="259"/>
        </pc:sldMkLst>
        <pc:spChg chg="del">
          <ac:chgData name="suhas shetty" userId="S::suhas@devappsys.com::0b8a8c61-01d1-4dc3-a283-e89a57431e1e" providerId="AD" clId="Web-{C229F99B-91FC-4CCB-AA17-9B031DDDE57D}" dt="2025-06-07T10:17:14.878" v="8"/>
          <ac:spMkLst>
            <pc:docMk/>
            <pc:sldMk cId="0" sldId="259"/>
            <ac:spMk id="2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7:16.190" v="9"/>
          <ac:spMkLst>
            <pc:docMk/>
            <pc:sldMk cId="0" sldId="259"/>
            <ac:spMk id="3" creationId="{00000000-0000-0000-0000-000000000000}"/>
          </ac:spMkLst>
        </pc:spChg>
        <pc:spChg chg="mod">
          <ac:chgData name="suhas shetty" userId="S::suhas@devappsys.com::0b8a8c61-01d1-4dc3-a283-e89a57431e1e" providerId="AD" clId="Web-{C229F99B-91FC-4CCB-AA17-9B031DDDE57D}" dt="2025-06-07T10:17:20.003" v="10" actId="1076"/>
          <ac:spMkLst>
            <pc:docMk/>
            <pc:sldMk cId="0" sldId="259"/>
            <ac:spMk id="4" creationId="{00000000-0000-0000-0000-000000000000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24:52.588" v="62" actId="1076"/>
        <pc:sldMkLst>
          <pc:docMk/>
          <pc:sldMk cId="0" sldId="265"/>
        </pc:sldMkLst>
        <pc:spChg chg="mod">
          <ac:chgData name="suhas shetty" userId="S::suhas@devappsys.com::0b8a8c61-01d1-4dc3-a283-e89a57431e1e" providerId="AD" clId="Web-{C229F99B-91FC-4CCB-AA17-9B031DDDE57D}" dt="2025-06-07T10:24:52.588" v="62" actId="1076"/>
          <ac:spMkLst>
            <pc:docMk/>
            <pc:sldMk cId="0" sldId="265"/>
            <ac:spMk id="2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8:13.207" v="20"/>
          <ac:spMkLst>
            <pc:docMk/>
            <pc:sldMk cId="0" sldId="265"/>
            <ac:spMk id="3" creationId="{00000000-0000-0000-0000-000000000000}"/>
          </ac:spMkLst>
        </pc:spChg>
        <pc:grpChg chg="mod">
          <ac:chgData name="suhas shetty" userId="S::suhas@devappsys.com::0b8a8c61-01d1-4dc3-a283-e89a57431e1e" providerId="AD" clId="Web-{C229F99B-91FC-4CCB-AA17-9B031DDDE57D}" dt="2025-06-07T10:18:32.348" v="23" actId="1076"/>
          <ac:grpSpMkLst>
            <pc:docMk/>
            <pc:sldMk cId="0" sldId="265"/>
            <ac:grpSpMk id="16" creationId="{00000000-0000-0000-0000-000000000000}"/>
          </ac:grpSpMkLst>
        </pc:grpChg>
      </pc:sldChg>
      <pc:sldChg chg="delSp modSp">
        <pc:chgData name="suhas shetty" userId="S::suhas@devappsys.com::0b8a8c61-01d1-4dc3-a283-e89a57431e1e" providerId="AD" clId="Web-{C229F99B-91FC-4CCB-AA17-9B031DDDE57D}" dt="2025-06-07T10:19:32.458" v="32" actId="1076"/>
        <pc:sldMkLst>
          <pc:docMk/>
          <pc:sldMk cId="0" sldId="266"/>
        </pc:sldMkLst>
        <pc:spChg chg="del">
          <ac:chgData name="suhas shetty" userId="S::suhas@devappsys.com::0b8a8c61-01d1-4dc3-a283-e89a57431e1e" providerId="AD" clId="Web-{C229F99B-91FC-4CCB-AA17-9B031DDDE57D}" dt="2025-06-07T10:19:10.660" v="30"/>
          <ac:spMkLst>
            <pc:docMk/>
            <pc:sldMk cId="0" sldId="266"/>
            <ac:spMk id="4" creationId="{00000000-0000-0000-0000-000000000000}"/>
          </ac:spMkLst>
        </pc:spChg>
        <pc:grpChg chg="mod">
          <ac:chgData name="suhas shetty" userId="S::suhas@devappsys.com::0b8a8c61-01d1-4dc3-a283-e89a57431e1e" providerId="AD" clId="Web-{C229F99B-91FC-4CCB-AA17-9B031DDDE57D}" dt="2025-06-07T10:19:32.458" v="32" actId="1076"/>
          <ac:grpSpMkLst>
            <pc:docMk/>
            <pc:sldMk cId="0" sldId="266"/>
            <ac:grpSpMk id="5" creationId="{00000000-0000-0000-0000-000000000000}"/>
          </ac:grpSpMkLst>
        </pc:grpChg>
      </pc:sldChg>
      <pc:sldChg chg="delSp">
        <pc:chgData name="suhas shetty" userId="S::suhas@devappsys.com::0b8a8c61-01d1-4dc3-a283-e89a57431e1e" providerId="AD" clId="Web-{C229F99B-91FC-4CCB-AA17-9B031DDDE57D}" dt="2025-06-07T10:19:49.678" v="36"/>
        <pc:sldMkLst>
          <pc:docMk/>
          <pc:sldMk cId="0" sldId="267"/>
        </pc:sldMkLst>
        <pc:spChg chg="del">
          <ac:chgData name="suhas shetty" userId="S::suhas@devappsys.com::0b8a8c61-01d1-4dc3-a283-e89a57431e1e" providerId="AD" clId="Web-{C229F99B-91FC-4CCB-AA17-9B031DDDE57D}" dt="2025-06-07T10:19:49.678" v="36"/>
          <ac:spMkLst>
            <pc:docMk/>
            <pc:sldMk cId="0" sldId="267"/>
            <ac:spMk id="9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9:47.725" v="34"/>
          <ac:spMkLst>
            <pc:docMk/>
            <pc:sldMk cId="0" sldId="267"/>
            <ac:spMk id="11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9:46.866" v="33"/>
          <ac:spMkLst>
            <pc:docMk/>
            <pc:sldMk cId="0" sldId="267"/>
            <ac:spMk id="12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9:48.459" v="35"/>
          <ac:spMkLst>
            <pc:docMk/>
            <pc:sldMk cId="0" sldId="267"/>
            <ac:spMk id="13" creationId="{00000000-0000-0000-0000-000000000000}"/>
          </ac:spMkLst>
        </pc:spChg>
      </pc:sldChg>
      <pc:sldChg chg="delSp">
        <pc:chgData name="suhas shetty" userId="S::suhas@devappsys.com::0b8a8c61-01d1-4dc3-a283-e89a57431e1e" providerId="AD" clId="Web-{C229F99B-91FC-4CCB-AA17-9B031DDDE57D}" dt="2025-06-07T10:20:00.241" v="38"/>
        <pc:sldMkLst>
          <pc:docMk/>
          <pc:sldMk cId="0" sldId="268"/>
        </pc:sldMkLst>
        <pc:spChg chg="del">
          <ac:chgData name="suhas shetty" userId="S::suhas@devappsys.com::0b8a8c61-01d1-4dc3-a283-e89a57431e1e" providerId="AD" clId="Web-{C229F99B-91FC-4CCB-AA17-9B031DDDE57D}" dt="2025-06-07T10:20:00.241" v="38"/>
          <ac:spMkLst>
            <pc:docMk/>
            <pc:sldMk cId="0" sldId="268"/>
            <ac:spMk id="3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9:59.459" v="37"/>
          <ac:spMkLst>
            <pc:docMk/>
            <pc:sldMk cId="0" sldId="268"/>
            <ac:spMk id="4" creationId="{00000000-0000-0000-0000-000000000000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21:31.258" v="44"/>
        <pc:sldMkLst>
          <pc:docMk/>
          <pc:sldMk cId="2287379508" sldId="271"/>
        </pc:sldMkLst>
        <pc:spChg chg="mod">
          <ac:chgData name="suhas shetty" userId="S::suhas@devappsys.com::0b8a8c61-01d1-4dc3-a283-e89a57431e1e" providerId="AD" clId="Web-{C229F99B-91FC-4CCB-AA17-9B031DDDE57D}" dt="2025-06-07T10:20:47.538" v="42" actId="1076"/>
          <ac:spMkLst>
            <pc:docMk/>
            <pc:sldMk cId="2287379508" sldId="271"/>
            <ac:spMk id="2" creationId="{3D3BC89B-198E-95E7-CAB8-49D9950B4399}"/>
          </ac:spMkLst>
        </pc:spChg>
        <pc:spChg chg="mod">
          <ac:chgData name="suhas shetty" userId="S::suhas@devappsys.com::0b8a8c61-01d1-4dc3-a283-e89a57431e1e" providerId="AD" clId="Web-{C229F99B-91FC-4CCB-AA17-9B031DDDE57D}" dt="2025-06-07T10:20:53.367" v="43" actId="1076"/>
          <ac:spMkLst>
            <pc:docMk/>
            <pc:sldMk cId="2287379508" sldId="271"/>
            <ac:spMk id="3" creationId="{8856D57A-79A1-557B-10E9-6C76D7352A37}"/>
          </ac:spMkLst>
        </pc:spChg>
        <pc:spChg chg="del">
          <ac:chgData name="suhas shetty" userId="S::suhas@devappsys.com::0b8a8c61-01d1-4dc3-a283-e89a57431e1e" providerId="AD" clId="Web-{C229F99B-91FC-4CCB-AA17-9B031DDDE57D}" dt="2025-06-07T10:20:40.054" v="40"/>
          <ac:spMkLst>
            <pc:docMk/>
            <pc:sldMk cId="2287379508" sldId="271"/>
            <ac:spMk id="10" creationId="{A77F1D4A-AE13-86BD-B20A-30354A4B13B6}"/>
          </ac:spMkLst>
        </pc:spChg>
        <pc:spChg chg="del">
          <ac:chgData name="suhas shetty" userId="S::suhas@devappsys.com::0b8a8c61-01d1-4dc3-a283-e89a57431e1e" providerId="AD" clId="Web-{C229F99B-91FC-4CCB-AA17-9B031DDDE57D}" dt="2025-06-07T10:20:41.023" v="41"/>
          <ac:spMkLst>
            <pc:docMk/>
            <pc:sldMk cId="2287379508" sldId="271"/>
            <ac:spMk id="11" creationId="{7D9990DD-66E5-E745-5C42-21C2E85EC04D}"/>
          </ac:spMkLst>
        </pc:spChg>
        <pc:spChg chg="del">
          <ac:chgData name="suhas shetty" userId="S::suhas@devappsys.com::0b8a8c61-01d1-4dc3-a283-e89a57431e1e" providerId="AD" clId="Web-{C229F99B-91FC-4CCB-AA17-9B031DDDE57D}" dt="2025-06-07T10:21:31.258" v="44"/>
          <ac:spMkLst>
            <pc:docMk/>
            <pc:sldMk cId="2287379508" sldId="271"/>
            <ac:spMk id="12" creationId="{F3427883-478C-5626-D65F-989B034D6414}"/>
          </ac:spMkLst>
        </pc:spChg>
        <pc:spChg chg="del">
          <ac:chgData name="suhas shetty" userId="S::suhas@devappsys.com::0b8a8c61-01d1-4dc3-a283-e89a57431e1e" providerId="AD" clId="Web-{C229F99B-91FC-4CCB-AA17-9B031DDDE57D}" dt="2025-06-07T10:20:38.976" v="39"/>
          <ac:spMkLst>
            <pc:docMk/>
            <pc:sldMk cId="2287379508" sldId="271"/>
            <ac:spMk id="15" creationId="{0F7430E2-3464-0EE0-2654-84F6CE365B45}"/>
          </ac:spMkLst>
        </pc:spChg>
      </pc:sldChg>
      <pc:sldChg chg="delSp">
        <pc:chgData name="suhas shetty" userId="S::suhas@devappsys.com::0b8a8c61-01d1-4dc3-a283-e89a57431e1e" providerId="AD" clId="Web-{C229F99B-91FC-4CCB-AA17-9B031DDDE57D}" dt="2025-06-07T10:17:25.753" v="12"/>
        <pc:sldMkLst>
          <pc:docMk/>
          <pc:sldMk cId="1378273258" sldId="272"/>
        </pc:sldMkLst>
        <pc:spChg chg="del">
          <ac:chgData name="suhas shetty" userId="S::suhas@devappsys.com::0b8a8c61-01d1-4dc3-a283-e89a57431e1e" providerId="AD" clId="Web-{C229F99B-91FC-4CCB-AA17-9B031DDDE57D}" dt="2025-06-07T10:17:24.831" v="11"/>
          <ac:spMkLst>
            <pc:docMk/>
            <pc:sldMk cId="1378273258" sldId="272"/>
            <ac:spMk id="2" creationId="{FECB00D7-6F62-9793-9EE2-7892B91839A6}"/>
          </ac:spMkLst>
        </pc:spChg>
        <pc:spChg chg="del">
          <ac:chgData name="suhas shetty" userId="S::suhas@devappsys.com::0b8a8c61-01d1-4dc3-a283-e89a57431e1e" providerId="AD" clId="Web-{C229F99B-91FC-4CCB-AA17-9B031DDDE57D}" dt="2025-06-07T10:17:25.753" v="12"/>
          <ac:spMkLst>
            <pc:docMk/>
            <pc:sldMk cId="1378273258" sldId="272"/>
            <ac:spMk id="3" creationId="{2B085B73-2F03-8EE5-CD60-6DAD7668EAA8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18:09.738" v="19"/>
        <pc:sldMkLst>
          <pc:docMk/>
          <pc:sldMk cId="3480894903" sldId="273"/>
        </pc:sldMkLst>
        <pc:spChg chg="mod">
          <ac:chgData name="suhas shetty" userId="S::suhas@devappsys.com::0b8a8c61-01d1-4dc3-a283-e89a57431e1e" providerId="AD" clId="Web-{C229F99B-91FC-4CCB-AA17-9B031DDDE57D}" dt="2025-06-07T10:17:56.800" v="16" actId="1076"/>
          <ac:spMkLst>
            <pc:docMk/>
            <pc:sldMk cId="3480894903" sldId="273"/>
            <ac:spMk id="2" creationId="{8530082D-B95D-F29E-ACD6-3E38CC643FBB}"/>
          </ac:spMkLst>
        </pc:spChg>
        <pc:spChg chg="mod">
          <ac:chgData name="suhas shetty" userId="S::suhas@devappsys.com::0b8a8c61-01d1-4dc3-a283-e89a57431e1e" providerId="AD" clId="Web-{C229F99B-91FC-4CCB-AA17-9B031DDDE57D}" dt="2025-06-07T10:18:03.238" v="18" actId="1076"/>
          <ac:spMkLst>
            <pc:docMk/>
            <pc:sldMk cId="3480894903" sldId="273"/>
            <ac:spMk id="3" creationId="{FE1EF1A6-9E58-F92B-18F6-4692677CD6AF}"/>
          </ac:spMkLst>
        </pc:spChg>
        <pc:spChg chg="del">
          <ac:chgData name="suhas shetty" userId="S::suhas@devappsys.com::0b8a8c61-01d1-4dc3-a283-e89a57431e1e" providerId="AD" clId="Web-{C229F99B-91FC-4CCB-AA17-9B031DDDE57D}" dt="2025-06-07T10:17:29.315" v="14"/>
          <ac:spMkLst>
            <pc:docMk/>
            <pc:sldMk cId="3480894903" sldId="273"/>
            <ac:spMk id="10" creationId="{8F4CDE23-BBF1-C540-D0D0-6C7DE66D4874}"/>
          </ac:spMkLst>
        </pc:spChg>
        <pc:spChg chg="del">
          <ac:chgData name="suhas shetty" userId="S::suhas@devappsys.com::0b8a8c61-01d1-4dc3-a283-e89a57431e1e" providerId="AD" clId="Web-{C229F99B-91FC-4CCB-AA17-9B031DDDE57D}" dt="2025-06-07T10:17:30.394" v="15"/>
          <ac:spMkLst>
            <pc:docMk/>
            <pc:sldMk cId="3480894903" sldId="273"/>
            <ac:spMk id="11" creationId="{BC5FE385-87A3-5BF4-BF39-A9FDBE0985A3}"/>
          </ac:spMkLst>
        </pc:spChg>
        <pc:spChg chg="del">
          <ac:chgData name="suhas shetty" userId="S::suhas@devappsys.com::0b8a8c61-01d1-4dc3-a283-e89a57431e1e" providerId="AD" clId="Web-{C229F99B-91FC-4CCB-AA17-9B031DDDE57D}" dt="2025-06-07T10:18:09.738" v="19"/>
          <ac:spMkLst>
            <pc:docMk/>
            <pc:sldMk cId="3480894903" sldId="273"/>
            <ac:spMk id="12" creationId="{475219E9-21D8-8D41-E28A-3800F71627DF}"/>
          </ac:spMkLst>
        </pc:spChg>
        <pc:spChg chg="del">
          <ac:chgData name="suhas shetty" userId="S::suhas@devappsys.com::0b8a8c61-01d1-4dc3-a283-e89a57431e1e" providerId="AD" clId="Web-{C229F99B-91FC-4CCB-AA17-9B031DDDE57D}" dt="2025-06-07T10:17:28.534" v="13"/>
          <ac:spMkLst>
            <pc:docMk/>
            <pc:sldMk cId="3480894903" sldId="273"/>
            <ac:spMk id="15" creationId="{F4092CF4-DD76-EAEB-21B8-342F72619F7E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18:58.504" v="29"/>
        <pc:sldMkLst>
          <pc:docMk/>
          <pc:sldMk cId="4199602133" sldId="274"/>
        </pc:sldMkLst>
        <pc:spChg chg="mod">
          <ac:chgData name="suhas shetty" userId="S::suhas@devappsys.com::0b8a8c61-01d1-4dc3-a283-e89a57431e1e" providerId="AD" clId="Web-{C229F99B-91FC-4CCB-AA17-9B031DDDE57D}" dt="2025-06-07T10:18:47.785" v="27" actId="1076"/>
          <ac:spMkLst>
            <pc:docMk/>
            <pc:sldMk cId="4199602133" sldId="274"/>
            <ac:spMk id="2" creationId="{364476D6-7519-12AA-579F-3D275C89B824}"/>
          </ac:spMkLst>
        </pc:spChg>
        <pc:spChg chg="mod">
          <ac:chgData name="suhas shetty" userId="S::suhas@devappsys.com::0b8a8c61-01d1-4dc3-a283-e89a57431e1e" providerId="AD" clId="Web-{C229F99B-91FC-4CCB-AA17-9B031DDDE57D}" dt="2025-06-07T10:18:53.426" v="28" actId="1076"/>
          <ac:spMkLst>
            <pc:docMk/>
            <pc:sldMk cId="4199602133" sldId="274"/>
            <ac:spMk id="3" creationId="{D3EEFCE7-BAE8-80C3-5EC6-EDBBDEE09863}"/>
          </ac:spMkLst>
        </pc:spChg>
        <pc:spChg chg="del">
          <ac:chgData name="suhas shetty" userId="S::suhas@devappsys.com::0b8a8c61-01d1-4dc3-a283-e89a57431e1e" providerId="AD" clId="Web-{C229F99B-91FC-4CCB-AA17-9B031DDDE57D}" dt="2025-06-07T10:18:41.879" v="25"/>
          <ac:spMkLst>
            <pc:docMk/>
            <pc:sldMk cId="4199602133" sldId="274"/>
            <ac:spMk id="10" creationId="{00862970-8963-0999-27CE-587A285014BF}"/>
          </ac:spMkLst>
        </pc:spChg>
        <pc:spChg chg="del">
          <ac:chgData name="suhas shetty" userId="S::suhas@devappsys.com::0b8a8c61-01d1-4dc3-a283-e89a57431e1e" providerId="AD" clId="Web-{C229F99B-91FC-4CCB-AA17-9B031DDDE57D}" dt="2025-06-07T10:18:42.848" v="26"/>
          <ac:spMkLst>
            <pc:docMk/>
            <pc:sldMk cId="4199602133" sldId="274"/>
            <ac:spMk id="11" creationId="{FC746209-F63C-374A-65B3-53AD0B5BE21C}"/>
          </ac:spMkLst>
        </pc:spChg>
        <pc:spChg chg="del">
          <ac:chgData name="suhas shetty" userId="S::suhas@devappsys.com::0b8a8c61-01d1-4dc3-a283-e89a57431e1e" providerId="AD" clId="Web-{C229F99B-91FC-4CCB-AA17-9B031DDDE57D}" dt="2025-06-07T10:18:58.504" v="29"/>
          <ac:spMkLst>
            <pc:docMk/>
            <pc:sldMk cId="4199602133" sldId="274"/>
            <ac:spMk id="12" creationId="{E6E56F64-877A-FC1E-0777-AC779385A84B}"/>
          </ac:spMkLst>
        </pc:spChg>
        <pc:spChg chg="del">
          <ac:chgData name="suhas shetty" userId="S::suhas@devappsys.com::0b8a8c61-01d1-4dc3-a283-e89a57431e1e" providerId="AD" clId="Web-{C229F99B-91FC-4CCB-AA17-9B031DDDE57D}" dt="2025-06-07T10:18:40.832" v="24"/>
          <ac:spMkLst>
            <pc:docMk/>
            <pc:sldMk cId="4199602133" sldId="274"/>
            <ac:spMk id="15" creationId="{921BC9BB-5576-132A-E532-B046830D0D59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24:17.119" v="60"/>
        <pc:sldMkLst>
          <pc:docMk/>
          <pc:sldMk cId="2783255690" sldId="275"/>
        </pc:sldMkLst>
        <pc:spChg chg="mod">
          <ac:chgData name="suhas shetty" userId="S::suhas@devappsys.com::0b8a8c61-01d1-4dc3-a283-e89a57431e1e" providerId="AD" clId="Web-{C229F99B-91FC-4CCB-AA17-9B031DDDE57D}" dt="2025-06-07T10:24:11.213" v="58" actId="1076"/>
          <ac:spMkLst>
            <pc:docMk/>
            <pc:sldMk cId="2783255690" sldId="275"/>
            <ac:spMk id="2" creationId="{5D87BE63-EA7F-FBE4-55AF-B7AA4EC8BEE3}"/>
          </ac:spMkLst>
        </pc:spChg>
        <pc:spChg chg="mod">
          <ac:chgData name="suhas shetty" userId="S::suhas@devappsys.com::0b8a8c61-01d1-4dc3-a283-e89a57431e1e" providerId="AD" clId="Web-{C229F99B-91FC-4CCB-AA17-9B031DDDE57D}" dt="2025-06-07T10:24:14.619" v="59" actId="1076"/>
          <ac:spMkLst>
            <pc:docMk/>
            <pc:sldMk cId="2783255690" sldId="275"/>
            <ac:spMk id="3" creationId="{7BC1C182-11D9-7918-235F-A5FC67EDC05A}"/>
          </ac:spMkLst>
        </pc:spChg>
        <pc:spChg chg="del">
          <ac:chgData name="suhas shetty" userId="S::suhas@devappsys.com::0b8a8c61-01d1-4dc3-a283-e89a57431e1e" providerId="AD" clId="Web-{C229F99B-91FC-4CCB-AA17-9B031DDDE57D}" dt="2025-06-07T10:24:05.697" v="56"/>
          <ac:spMkLst>
            <pc:docMk/>
            <pc:sldMk cId="2783255690" sldId="275"/>
            <ac:spMk id="10" creationId="{62F81244-8E0A-46EA-8F01-D848E80BBC01}"/>
          </ac:spMkLst>
        </pc:spChg>
        <pc:spChg chg="del">
          <ac:chgData name="suhas shetty" userId="S::suhas@devappsys.com::0b8a8c61-01d1-4dc3-a283-e89a57431e1e" providerId="AD" clId="Web-{C229F99B-91FC-4CCB-AA17-9B031DDDE57D}" dt="2025-06-07T10:24:06.822" v="57"/>
          <ac:spMkLst>
            <pc:docMk/>
            <pc:sldMk cId="2783255690" sldId="275"/>
            <ac:spMk id="11" creationId="{8DDCFB93-9699-5366-C9E5-98111280C64E}"/>
          </ac:spMkLst>
        </pc:spChg>
        <pc:spChg chg="del">
          <ac:chgData name="suhas shetty" userId="S::suhas@devappsys.com::0b8a8c61-01d1-4dc3-a283-e89a57431e1e" providerId="AD" clId="Web-{C229F99B-91FC-4CCB-AA17-9B031DDDE57D}" dt="2025-06-07T10:24:17.119" v="60"/>
          <ac:spMkLst>
            <pc:docMk/>
            <pc:sldMk cId="2783255690" sldId="275"/>
            <ac:spMk id="12" creationId="{D85A16FA-06B7-6D46-5915-E9EDFDF367F5}"/>
          </ac:spMkLst>
        </pc:spChg>
        <pc:spChg chg="del">
          <ac:chgData name="suhas shetty" userId="S::suhas@devappsys.com::0b8a8c61-01d1-4dc3-a283-e89a57431e1e" providerId="AD" clId="Web-{C229F99B-91FC-4CCB-AA17-9B031DDDE57D}" dt="2025-06-07T10:24:04.838" v="55"/>
          <ac:spMkLst>
            <pc:docMk/>
            <pc:sldMk cId="2783255690" sldId="275"/>
            <ac:spMk id="15" creationId="{F0C39DDB-B5AE-AAFB-FAA3-08846CCCD776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17:01.862" v="7" actId="1076"/>
        <pc:sldMkLst>
          <pc:docMk/>
          <pc:sldMk cId="2466518213" sldId="276"/>
        </pc:sldMkLst>
        <pc:spChg chg="mod">
          <ac:chgData name="suhas shetty" userId="S::suhas@devappsys.com::0b8a8c61-01d1-4dc3-a283-e89a57431e1e" providerId="AD" clId="Web-{C229F99B-91FC-4CCB-AA17-9B031DDDE57D}" dt="2025-06-07T10:17:01.862" v="7" actId="1076"/>
          <ac:spMkLst>
            <pc:docMk/>
            <pc:sldMk cId="2466518213" sldId="276"/>
            <ac:spMk id="2" creationId="{44B74709-C462-95F8-08CD-0D0FCEF0E19E}"/>
          </ac:spMkLst>
        </pc:spChg>
        <pc:spChg chg="mod">
          <ac:chgData name="suhas shetty" userId="S::suhas@devappsys.com::0b8a8c61-01d1-4dc3-a283-e89a57431e1e" providerId="AD" clId="Web-{C229F99B-91FC-4CCB-AA17-9B031DDDE57D}" dt="2025-06-07T10:16:52.456" v="6" actId="1076"/>
          <ac:spMkLst>
            <pc:docMk/>
            <pc:sldMk cId="2466518213" sldId="276"/>
            <ac:spMk id="3" creationId="{CDD05D65-E3B2-A39A-4FAE-7F33521F69D0}"/>
          </ac:spMkLst>
        </pc:spChg>
        <pc:spChg chg="del">
          <ac:chgData name="suhas shetty" userId="S::suhas@devappsys.com::0b8a8c61-01d1-4dc3-a283-e89a57431e1e" providerId="AD" clId="Web-{C229F99B-91FC-4CCB-AA17-9B031DDDE57D}" dt="2025-06-07T10:16:36.033" v="2"/>
          <ac:spMkLst>
            <pc:docMk/>
            <pc:sldMk cId="2466518213" sldId="276"/>
            <ac:spMk id="10" creationId="{69E22FD6-DC33-C636-C129-4F2F60F5D49D}"/>
          </ac:spMkLst>
        </pc:spChg>
        <pc:spChg chg="del">
          <ac:chgData name="suhas shetty" userId="S::suhas@devappsys.com::0b8a8c61-01d1-4dc3-a283-e89a57431e1e" providerId="AD" clId="Web-{C229F99B-91FC-4CCB-AA17-9B031DDDE57D}" dt="2025-06-07T10:16:38.002" v="4"/>
          <ac:spMkLst>
            <pc:docMk/>
            <pc:sldMk cId="2466518213" sldId="276"/>
            <ac:spMk id="11" creationId="{322C02D8-E501-E5E3-EC9C-20DFCDE9ADB2}"/>
          </ac:spMkLst>
        </pc:spChg>
        <pc:spChg chg="del">
          <ac:chgData name="suhas shetty" userId="S::suhas@devappsys.com::0b8a8c61-01d1-4dc3-a283-e89a57431e1e" providerId="AD" clId="Web-{C229F99B-91FC-4CCB-AA17-9B031DDDE57D}" dt="2025-06-07T10:16:39.237" v="5"/>
          <ac:spMkLst>
            <pc:docMk/>
            <pc:sldMk cId="2466518213" sldId="276"/>
            <ac:spMk id="12" creationId="{FA7064AC-738F-70CD-924F-C796515CBE82}"/>
          </ac:spMkLst>
        </pc:spChg>
        <pc:spChg chg="del">
          <ac:chgData name="suhas shetty" userId="S::suhas@devappsys.com::0b8a8c61-01d1-4dc3-a283-e89a57431e1e" providerId="AD" clId="Web-{C229F99B-91FC-4CCB-AA17-9B031DDDE57D}" dt="2025-06-07T10:16:37.283" v="3"/>
          <ac:spMkLst>
            <pc:docMk/>
            <pc:sldMk cId="2466518213" sldId="276"/>
            <ac:spMk id="15" creationId="{16EDE5EC-EF28-5F1F-6F3F-1CD012B42B00}"/>
          </ac:spMkLst>
        </pc:spChg>
      </pc:sldChg>
    </pc:docChg>
  </pc:docChgLst>
  <pc:docChgLst>
    <pc:chgData name="Krishnaraj Rao" userId="S::krishnaraj@devappsys.com::a83542c9-5cf2-493e-a756-14c8b4a74310" providerId="AD" clId="Web-{8530CCF8-970C-45E7-B10C-1B8DC558D11B}"/>
    <pc:docChg chg="modSld">
      <pc:chgData name="Krishnaraj Rao" userId="S::krishnaraj@devappsys.com::a83542c9-5cf2-493e-a756-14c8b4a74310" providerId="AD" clId="Web-{8530CCF8-970C-45E7-B10C-1B8DC558D11B}" dt="2025-06-07T00:43:59.214" v="1"/>
      <pc:docMkLst>
        <pc:docMk/>
      </pc:docMkLst>
      <pc:sldChg chg="addSp delSp modSp">
        <pc:chgData name="Krishnaraj Rao" userId="S::krishnaraj@devappsys.com::a83542c9-5cf2-493e-a756-14c8b4a74310" providerId="AD" clId="Web-{8530CCF8-970C-45E7-B10C-1B8DC558D11B}" dt="2025-06-07T00:43:59.214" v="1"/>
        <pc:sldMkLst>
          <pc:docMk/>
          <pc:sldMk cId="0" sldId="256"/>
        </pc:sldMkLst>
        <pc:picChg chg="add del mod">
          <ac:chgData name="Krishnaraj Rao" userId="S::krishnaraj@devappsys.com::a83542c9-5cf2-493e-a756-14c8b4a74310" providerId="AD" clId="Web-{8530CCF8-970C-45E7-B10C-1B8DC558D11B}" dt="2025-06-07T00:43:59.214" v="1"/>
          <ac:picMkLst>
            <pc:docMk/>
            <pc:sldMk cId="0" sldId="256"/>
            <ac:picMk id="12" creationId="{055C782F-BA52-4AA7-C295-778C304A1278}"/>
          </ac:picMkLst>
        </pc:picChg>
      </pc:sldChg>
    </pc:docChg>
  </pc:docChgLst>
  <pc:docChgLst>
    <pc:chgData name="Guest User" userId="S::urn:spo:tenantanon#efda937d-84e0-40c4-9af3-7c13939e1814::" providerId="AD" clId="Web-{1CD83F2A-5343-79CD-B045-87E6A60A27CD}"/>
    <pc:docChg chg="modSld">
      <pc:chgData name="Guest User" userId="S::urn:spo:tenantanon#efda937d-84e0-40c4-9af3-7c13939e1814::" providerId="AD" clId="Web-{1CD83F2A-5343-79CD-B045-87E6A60A27CD}" dt="2025-06-09T07:43:07.523" v="25"/>
      <pc:docMkLst>
        <pc:docMk/>
      </pc:docMkLst>
      <pc:sldChg chg="addSp delSp modSp">
        <pc:chgData name="Guest User" userId="S::urn:spo:tenantanon#efda937d-84e0-40c4-9af3-7c13939e1814::" providerId="AD" clId="Web-{1CD83F2A-5343-79CD-B045-87E6A60A27CD}" dt="2025-06-09T07:43:07.523" v="25"/>
        <pc:sldMkLst>
          <pc:docMk/>
          <pc:sldMk cId="0" sldId="265"/>
        </pc:sldMkLst>
        <pc:spChg chg="add del">
          <ac:chgData name="Guest User" userId="S::urn:spo:tenantanon#efda937d-84e0-40c4-9af3-7c13939e1814::" providerId="AD" clId="Web-{1CD83F2A-5343-79CD-B045-87E6A60A27CD}" dt="2025-06-09T07:43:07.523" v="20"/>
          <ac:spMkLst>
            <pc:docMk/>
            <pc:sldMk cId="0" sldId="265"/>
            <ac:spMk id="9" creationId="{00000000-0000-0000-0000-000000000000}"/>
          </ac:spMkLst>
        </pc:spChg>
        <pc:spChg chg="add del">
          <ac:chgData name="Guest User" userId="S::urn:spo:tenantanon#efda937d-84e0-40c4-9af3-7c13939e1814::" providerId="AD" clId="Web-{1CD83F2A-5343-79CD-B045-87E6A60A27CD}" dt="2025-06-09T07:43:07.523" v="21"/>
          <ac:spMkLst>
            <pc:docMk/>
            <pc:sldMk cId="0" sldId="265"/>
            <ac:spMk id="10" creationId="{00000000-0000-0000-0000-000000000000}"/>
          </ac:spMkLst>
        </pc:spChg>
        <pc:spChg chg="add del">
          <ac:chgData name="Guest User" userId="S::urn:spo:tenantanon#efda937d-84e0-40c4-9af3-7c13939e1814::" providerId="AD" clId="Web-{1CD83F2A-5343-79CD-B045-87E6A60A27CD}" dt="2025-06-09T07:43:07.523" v="22"/>
          <ac:spMkLst>
            <pc:docMk/>
            <pc:sldMk cId="0" sldId="265"/>
            <ac:spMk id="11" creationId="{00000000-0000-0000-0000-000000000000}"/>
          </ac:spMkLst>
        </pc:spChg>
        <pc:spChg chg="add del">
          <ac:chgData name="Guest User" userId="S::urn:spo:tenantanon#efda937d-84e0-40c4-9af3-7c13939e1814::" providerId="AD" clId="Web-{1CD83F2A-5343-79CD-B045-87E6A60A27CD}" dt="2025-06-09T07:43:07.523" v="23"/>
          <ac:spMkLst>
            <pc:docMk/>
            <pc:sldMk cId="0" sldId="265"/>
            <ac:spMk id="12" creationId="{00000000-0000-0000-0000-000000000000}"/>
          </ac:spMkLst>
        </pc:spChg>
        <pc:spChg chg="add del">
          <ac:chgData name="Guest User" userId="S::urn:spo:tenantanon#efda937d-84e0-40c4-9af3-7c13939e1814::" providerId="AD" clId="Web-{1CD83F2A-5343-79CD-B045-87E6A60A27CD}" dt="2025-06-09T07:43:07.523" v="24"/>
          <ac:spMkLst>
            <pc:docMk/>
            <pc:sldMk cId="0" sldId="265"/>
            <ac:spMk id="13" creationId="{00000000-0000-0000-0000-000000000000}"/>
          </ac:spMkLst>
        </pc:spChg>
        <pc:spChg chg="add del">
          <ac:chgData name="Guest User" userId="S::urn:spo:tenantanon#efda937d-84e0-40c4-9af3-7c13939e1814::" providerId="AD" clId="Web-{1CD83F2A-5343-79CD-B045-87E6A60A27CD}" dt="2025-06-09T07:43:07.523" v="25"/>
          <ac:spMkLst>
            <pc:docMk/>
            <pc:sldMk cId="0" sldId="265"/>
            <ac:spMk id="14" creationId="{00000000-0000-0000-0000-000000000000}"/>
          </ac:spMkLst>
        </pc:spChg>
        <pc:spChg chg="mod">
          <ac:chgData name="Guest User" userId="S::urn:spo:tenantanon#efda937d-84e0-40c4-9af3-7c13939e1814::" providerId="AD" clId="Web-{1CD83F2A-5343-79CD-B045-87E6A60A27CD}" dt="2025-06-09T07:43:06.945" v="19" actId="14100"/>
          <ac:spMkLst>
            <pc:docMk/>
            <pc:sldMk cId="0" sldId="265"/>
            <ac:spMk id="23" creationId="{AFB55547-605D-EDB9-41FF-CD3D51DA6714}"/>
          </ac:spMkLst>
        </pc:spChg>
      </pc:sldChg>
      <pc:sldChg chg="modSp">
        <pc:chgData name="Guest User" userId="S::urn:spo:tenantanon#efda937d-84e0-40c4-9af3-7c13939e1814::" providerId="AD" clId="Web-{1CD83F2A-5343-79CD-B045-87E6A60A27CD}" dt="2025-06-09T07:43:05.882" v="17" actId="1076"/>
        <pc:sldMkLst>
          <pc:docMk/>
          <pc:sldMk cId="0" sldId="266"/>
        </pc:sldMkLst>
        <pc:spChg chg="mod">
          <ac:chgData name="Guest User" userId="S::urn:spo:tenantanon#efda937d-84e0-40c4-9af3-7c13939e1814::" providerId="AD" clId="Web-{1CD83F2A-5343-79CD-B045-87E6A60A27CD}" dt="2025-06-09T07:43:05.882" v="17" actId="1076"/>
          <ac:spMkLst>
            <pc:docMk/>
            <pc:sldMk cId="0" sldId="266"/>
            <ac:spMk id="27" creationId="{FD0538BD-B281-3C0B-F413-48312AD49C50}"/>
          </ac:spMkLst>
        </pc:spChg>
      </pc:sldChg>
      <pc:sldChg chg="modSp">
        <pc:chgData name="Guest User" userId="S::urn:spo:tenantanon#efda937d-84e0-40c4-9af3-7c13939e1814::" providerId="AD" clId="Web-{1CD83F2A-5343-79CD-B045-87E6A60A27CD}" dt="2025-06-09T07:43:05.616" v="16" actId="1076"/>
        <pc:sldMkLst>
          <pc:docMk/>
          <pc:sldMk cId="0" sldId="267"/>
        </pc:sldMkLst>
        <pc:spChg chg="mod">
          <ac:chgData name="Guest User" userId="S::urn:spo:tenantanon#efda937d-84e0-40c4-9af3-7c13939e1814::" providerId="AD" clId="Web-{1CD83F2A-5343-79CD-B045-87E6A60A27CD}" dt="2025-06-09T07:43:05.616" v="16" actId="1076"/>
          <ac:spMkLst>
            <pc:docMk/>
            <pc:sldMk cId="0" sldId="267"/>
            <ac:spMk id="19" creationId="{E09AA338-7558-DCBF-9BD3-6A55D9D0B666}"/>
          </ac:spMkLst>
        </pc:spChg>
      </pc:sldChg>
      <pc:sldChg chg="modSp">
        <pc:chgData name="Guest User" userId="S::urn:spo:tenantanon#efda937d-84e0-40c4-9af3-7c13939e1814::" providerId="AD" clId="Web-{1CD83F2A-5343-79CD-B045-87E6A60A27CD}" dt="2025-06-09T07:43:05.538" v="15" actId="1076"/>
        <pc:sldMkLst>
          <pc:docMk/>
          <pc:sldMk cId="0" sldId="268"/>
        </pc:sldMkLst>
        <pc:spChg chg="mod">
          <ac:chgData name="Guest User" userId="S::urn:spo:tenantanon#efda937d-84e0-40c4-9af3-7c13939e1814::" providerId="AD" clId="Web-{1CD83F2A-5343-79CD-B045-87E6A60A27CD}" dt="2025-06-09T07:43:05.538" v="15" actId="1076"/>
          <ac:spMkLst>
            <pc:docMk/>
            <pc:sldMk cId="0" sldId="268"/>
            <ac:spMk id="16" creationId="{7A203954-94E8-E177-2D54-36499D9C9FB4}"/>
          </ac:spMkLst>
        </pc:spChg>
      </pc:sldChg>
      <pc:sldChg chg="modSp">
        <pc:chgData name="Guest User" userId="S::urn:spo:tenantanon#efda937d-84e0-40c4-9af3-7c13939e1814::" providerId="AD" clId="Web-{1CD83F2A-5343-79CD-B045-87E6A60A27CD}" dt="2025-06-09T07:43:04.710" v="14" actId="1076"/>
        <pc:sldMkLst>
          <pc:docMk/>
          <pc:sldMk cId="0" sldId="269"/>
        </pc:sldMkLst>
        <pc:spChg chg="mod">
          <ac:chgData name="Guest User" userId="S::urn:spo:tenantanon#efda937d-84e0-40c4-9af3-7c13939e1814::" providerId="AD" clId="Web-{1CD83F2A-5343-79CD-B045-87E6A60A27CD}" dt="2025-06-09T07:43:04.710" v="14" actId="1076"/>
          <ac:spMkLst>
            <pc:docMk/>
            <pc:sldMk cId="0" sldId="269"/>
            <ac:spMk id="8" creationId="{EE169540-353F-AA0D-CE5D-9D92894927AE}"/>
          </ac:spMkLst>
        </pc:spChg>
      </pc:sldChg>
    </pc:docChg>
  </pc:docChgLst>
  <pc:docChgLst>
    <pc:chgData name="Krishnaraj Rao" userId="S::krishnaraj@devappsys.com::a83542c9-5cf2-493e-a756-14c8b4a74310" providerId="AD" clId="Web-{6217F43D-2A94-46AF-90C1-C85748EC6597}"/>
    <pc:docChg chg="addSld modSld">
      <pc:chgData name="Krishnaraj Rao" userId="S::krishnaraj@devappsys.com::a83542c9-5cf2-493e-a756-14c8b4a74310" providerId="AD" clId="Web-{6217F43D-2A94-46AF-90C1-C85748EC6597}" dt="2025-06-07T10:14:43.119" v="226" actId="20577"/>
      <pc:docMkLst>
        <pc:docMk/>
      </pc:docMkLst>
      <pc:sldChg chg="addSp delSp modSp">
        <pc:chgData name="Krishnaraj Rao" userId="S::krishnaraj@devappsys.com::a83542c9-5cf2-493e-a756-14c8b4a74310" providerId="AD" clId="Web-{6217F43D-2A94-46AF-90C1-C85748EC6597}" dt="2025-06-07T10:05:24.093" v="160" actId="20577"/>
        <pc:sldMkLst>
          <pc:docMk/>
          <pc:sldMk cId="0" sldId="257"/>
        </pc:sldMkLst>
        <pc:spChg chg="mod">
          <ac:chgData name="Krishnaraj Rao" userId="S::krishnaraj@devappsys.com::a83542c9-5cf2-493e-a756-14c8b4a74310" providerId="AD" clId="Web-{6217F43D-2A94-46AF-90C1-C85748EC6597}" dt="2025-06-07T09:26:41.172" v="6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27:00.969" v="10" actId="2057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28:33.377" v="25" actId="20577"/>
          <ac:spMkLst>
            <pc:docMk/>
            <pc:sldMk cId="0" sldId="257"/>
            <ac:spMk id="28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5:24.093" v="160" actId="20577"/>
          <ac:spMkLst>
            <pc:docMk/>
            <pc:sldMk cId="0" sldId="257"/>
            <ac:spMk id="32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337" v="154"/>
          <ac:spMkLst>
            <pc:docMk/>
            <pc:sldMk cId="0" sldId="257"/>
            <ac:spMk id="33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27:52.142" v="19" actId="20577"/>
          <ac:spMkLst>
            <pc:docMk/>
            <pc:sldMk cId="0" sldId="257"/>
            <ac:spMk id="38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57:42.943" v="119" actId="20577"/>
          <ac:spMkLst>
            <pc:docMk/>
            <pc:sldMk cId="0" sldId="257"/>
            <ac:spMk id="43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337" v="155"/>
          <ac:spMkLst>
            <pc:docMk/>
            <pc:sldMk cId="0" sldId="257"/>
            <ac:spMk id="47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337" v="156"/>
          <ac:spMkLst>
            <pc:docMk/>
            <pc:sldMk cId="0" sldId="257"/>
            <ac:spMk id="48" creationId="{00000000-0000-0000-0000-000000000000}"/>
          </ac:spMkLst>
        </pc:spChg>
        <pc:spChg chg="add del mod">
          <ac:chgData name="Krishnaraj Rao" userId="S::krishnaraj@devappsys.com::a83542c9-5cf2-493e-a756-14c8b4a74310" providerId="AD" clId="Web-{6217F43D-2A94-46AF-90C1-C85748EC6597}" dt="2025-06-07T10:02:51.348" v="144"/>
          <ac:spMkLst>
            <pc:docMk/>
            <pc:sldMk cId="0" sldId="257"/>
            <ac:spMk id="50" creationId="{40C7A061-A9F9-91A3-F425-FE80FA8D66E5}"/>
          </ac:spMkLst>
        </pc:spChg>
        <pc:spChg chg="add del mod">
          <ac:chgData name="Krishnaraj Rao" userId="S::krishnaraj@devappsys.com::a83542c9-5cf2-493e-a756-14c8b4a74310" providerId="AD" clId="Web-{6217F43D-2A94-46AF-90C1-C85748EC6597}" dt="2025-06-07T10:02:51.348" v="143"/>
          <ac:spMkLst>
            <pc:docMk/>
            <pc:sldMk cId="0" sldId="257"/>
            <ac:spMk id="53" creationId="{47A6797E-280B-1055-C494-8093D3FA38B1}"/>
          </ac:spMkLst>
        </pc:spChg>
        <pc:spChg chg="add del">
          <ac:chgData name="Krishnaraj Rao" userId="S::krishnaraj@devappsys.com::a83542c9-5cf2-493e-a756-14c8b4a74310" providerId="AD" clId="Web-{6217F43D-2A94-46AF-90C1-C85748EC6597}" dt="2025-06-07T09:59:32.867" v="134"/>
          <ac:spMkLst>
            <pc:docMk/>
            <pc:sldMk cId="0" sldId="257"/>
            <ac:spMk id="55" creationId="{CE39E873-83B2-5DCC-477D-1D6D1622CB1C}"/>
          </ac:spMkLst>
        </pc:spChg>
        <pc:spChg chg="add del">
          <ac:chgData name="Krishnaraj Rao" userId="S::krishnaraj@devappsys.com::a83542c9-5cf2-493e-a756-14c8b4a74310" providerId="AD" clId="Web-{6217F43D-2A94-46AF-90C1-C85748EC6597}" dt="2025-06-07T09:59:32.867" v="133"/>
          <ac:spMkLst>
            <pc:docMk/>
            <pc:sldMk cId="0" sldId="257"/>
            <ac:spMk id="57" creationId="{0398FE93-FA09-C39E-2B36-1A635D3614A5}"/>
          </ac:spMkLst>
        </pc:spChg>
        <pc:spChg chg="add del mod">
          <ac:chgData name="Krishnaraj Rao" userId="S::krishnaraj@devappsys.com::a83542c9-5cf2-493e-a756-14c8b4a74310" providerId="AD" clId="Web-{6217F43D-2A94-46AF-90C1-C85748EC6597}" dt="2025-06-07T10:02:51.348" v="142"/>
          <ac:spMkLst>
            <pc:docMk/>
            <pc:sldMk cId="0" sldId="257"/>
            <ac:spMk id="58" creationId="{97CE721C-7EAD-92DA-4156-F5B171C68162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337" v="157"/>
          <ac:spMkLst>
            <pc:docMk/>
            <pc:sldMk cId="0" sldId="257"/>
            <ac:spMk id="61" creationId="{E0385902-10FC-9EF6-50F9-248B3E78AC66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415" v="158"/>
          <ac:spMkLst>
            <pc:docMk/>
            <pc:sldMk cId="0" sldId="257"/>
            <ac:spMk id="62" creationId="{2504A983-3E7A-EFD5-8F19-5F30731E9222}"/>
          </ac:spMkLst>
        </pc:spChg>
        <pc:grpChg chg="mod">
          <ac:chgData name="Krishnaraj Rao" userId="S::krishnaraj@devappsys.com::a83542c9-5cf2-493e-a756-14c8b4a74310" providerId="AD" clId="Web-{6217F43D-2A94-46AF-90C1-C85748EC6597}" dt="2025-06-07T09:29:14.206" v="27" actId="1076"/>
          <ac:grpSpMkLst>
            <pc:docMk/>
            <pc:sldMk cId="0" sldId="257"/>
            <ac:grpSpMk id="44" creationId="{00000000-0000-0000-0000-000000000000}"/>
          </ac:grpSpMkLst>
        </pc:grpChg>
        <pc:grpChg chg="add mod">
          <ac:chgData name="Krishnaraj Rao" userId="S::krishnaraj@devappsys.com::a83542c9-5cf2-493e-a756-14c8b4a74310" providerId="AD" clId="Web-{6217F43D-2A94-46AF-90C1-C85748EC6597}" dt="2025-06-07T10:03:00.208" v="146" actId="1076"/>
          <ac:grpSpMkLst>
            <pc:docMk/>
            <pc:sldMk cId="0" sldId="257"/>
            <ac:grpSpMk id="59" creationId="{2BD9318D-F62C-595C-ED79-4644ED29D06A}"/>
          </ac:grpSpMkLst>
        </pc:grpChg>
      </pc:sldChg>
      <pc:sldChg chg="modSp">
        <pc:chgData name="Krishnaraj Rao" userId="S::krishnaraj@devappsys.com::a83542c9-5cf2-493e-a756-14c8b4a74310" providerId="AD" clId="Web-{6217F43D-2A94-46AF-90C1-C85748EC6597}" dt="2025-06-07T10:14:43.119" v="226" actId="20577"/>
        <pc:sldMkLst>
          <pc:docMk/>
          <pc:sldMk cId="0" sldId="268"/>
        </pc:sldMkLst>
        <pc:spChg chg="mod">
          <ac:chgData name="Krishnaraj Rao" userId="S::krishnaraj@devappsys.com::a83542c9-5cf2-493e-a756-14c8b4a74310" providerId="AD" clId="Web-{6217F43D-2A94-46AF-90C1-C85748EC6597}" dt="2025-06-07T10:14:43.119" v="226" actId="20577"/>
          <ac:spMkLst>
            <pc:docMk/>
            <pc:sldMk cId="0" sldId="268"/>
            <ac:spMk id="5" creationId="{00000000-0000-0000-0000-000000000000}"/>
          </ac:spMkLst>
        </pc:spChg>
      </pc:sldChg>
      <pc:sldChg chg="modSp">
        <pc:chgData name="Krishnaraj Rao" userId="S::krishnaraj@devappsys.com::a83542c9-5cf2-493e-a756-14c8b4a74310" providerId="AD" clId="Web-{6217F43D-2A94-46AF-90C1-C85748EC6597}" dt="2025-06-07T09:52:38.376" v="101" actId="20577"/>
        <pc:sldMkLst>
          <pc:docMk/>
          <pc:sldMk cId="2287379508" sldId="271"/>
        </pc:sldMkLst>
        <pc:spChg chg="mod">
          <ac:chgData name="Krishnaraj Rao" userId="S::krishnaraj@devappsys.com::a83542c9-5cf2-493e-a756-14c8b4a74310" providerId="AD" clId="Web-{6217F43D-2A94-46AF-90C1-C85748EC6597}" dt="2025-06-07T09:52:38.376" v="101" actId="20577"/>
          <ac:spMkLst>
            <pc:docMk/>
            <pc:sldMk cId="2287379508" sldId="271"/>
            <ac:spMk id="9" creationId="{12B9693A-628F-8041-7BC9-5F1E902449D1}"/>
          </ac:spMkLst>
        </pc:spChg>
      </pc:sldChg>
      <pc:sldChg chg="addSp modSp">
        <pc:chgData name="Krishnaraj Rao" userId="S::krishnaraj@devappsys.com::a83542c9-5cf2-493e-a756-14c8b4a74310" providerId="AD" clId="Web-{6217F43D-2A94-46AF-90C1-C85748EC6597}" dt="2025-06-07T10:08:10.518" v="177" actId="14100"/>
        <pc:sldMkLst>
          <pc:docMk/>
          <pc:sldMk cId="3480894903" sldId="273"/>
        </pc:sldMkLst>
        <pc:spChg chg="mod">
          <ac:chgData name="Krishnaraj Rao" userId="S::krishnaraj@devappsys.com::a83542c9-5cf2-493e-a756-14c8b4a74310" providerId="AD" clId="Web-{6217F43D-2A94-46AF-90C1-C85748EC6597}" dt="2025-06-07T10:07:57.487" v="175" actId="1076"/>
          <ac:spMkLst>
            <pc:docMk/>
            <pc:sldMk cId="3480894903" sldId="273"/>
            <ac:spMk id="5" creationId="{CEFD614E-217F-ADF7-5012-61A2E4C72D96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7:52.502" v="174" actId="1076"/>
          <ac:spMkLst>
            <pc:docMk/>
            <pc:sldMk cId="3480894903" sldId="273"/>
            <ac:spMk id="9" creationId="{7D9BE6DE-92DA-FBB6-6EB2-8744095645C4}"/>
          </ac:spMkLst>
        </pc:spChg>
        <pc:grpChg chg="mod">
          <ac:chgData name="Krishnaraj Rao" userId="S::krishnaraj@devappsys.com::a83542c9-5cf2-493e-a756-14c8b4a74310" providerId="AD" clId="Web-{6217F43D-2A94-46AF-90C1-C85748EC6597}" dt="2025-06-07T10:07:32.189" v="169" actId="14100"/>
          <ac:grpSpMkLst>
            <pc:docMk/>
            <pc:sldMk cId="3480894903" sldId="273"/>
            <ac:grpSpMk id="4" creationId="{98376E93-0E2E-9726-C3C0-2F3CB7841D26}"/>
          </ac:grpSpMkLst>
        </pc:grpChg>
        <pc:picChg chg="add mod">
          <ac:chgData name="Krishnaraj Rao" userId="S::krishnaraj@devappsys.com::a83542c9-5cf2-493e-a756-14c8b4a74310" providerId="AD" clId="Web-{6217F43D-2A94-46AF-90C1-C85748EC6597}" dt="2025-06-07T10:08:10.518" v="177" actId="14100"/>
          <ac:picMkLst>
            <pc:docMk/>
            <pc:sldMk cId="3480894903" sldId="273"/>
            <ac:picMk id="13" creationId="{A2F2963B-196E-0362-4BF4-0D18BD039FDB}"/>
          </ac:picMkLst>
        </pc:picChg>
      </pc:sldChg>
      <pc:sldChg chg="addSp modSp add replId">
        <pc:chgData name="Krishnaraj Rao" userId="S::krishnaraj@devappsys.com::a83542c9-5cf2-493e-a756-14c8b4a74310" providerId="AD" clId="Web-{6217F43D-2A94-46AF-90C1-C85748EC6597}" dt="2025-06-07T09:52:01.750" v="100" actId="1076"/>
        <pc:sldMkLst>
          <pc:docMk/>
          <pc:sldMk cId="2783255690" sldId="275"/>
        </pc:sldMkLst>
        <pc:spChg chg="mod">
          <ac:chgData name="Krishnaraj Rao" userId="S::krishnaraj@devappsys.com::a83542c9-5cf2-493e-a756-14c8b4a74310" providerId="AD" clId="Web-{6217F43D-2A94-46AF-90C1-C85748EC6597}" dt="2025-06-07T09:52:01.750" v="100" actId="1076"/>
          <ac:spMkLst>
            <pc:docMk/>
            <pc:sldMk cId="2783255690" sldId="275"/>
            <ac:spMk id="5" creationId="{487E9DEE-4E73-2FED-9AB6-E8FC4B11D8AD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51:59" v="99" actId="1076"/>
          <ac:spMkLst>
            <pc:docMk/>
            <pc:sldMk cId="2783255690" sldId="275"/>
            <ac:spMk id="9" creationId="{24BF6FCB-1B82-2758-1A6E-D4A02EC55439}"/>
          </ac:spMkLst>
        </pc:spChg>
        <pc:graphicFrameChg chg="add mod modGraphic">
          <ac:chgData name="Krishnaraj Rao" userId="S::krishnaraj@devappsys.com::a83542c9-5cf2-493e-a756-14c8b4a74310" providerId="AD" clId="Web-{6217F43D-2A94-46AF-90C1-C85748EC6597}" dt="2025-06-07T09:51:48.343" v="96"/>
          <ac:graphicFrameMkLst>
            <pc:docMk/>
            <pc:sldMk cId="2783255690" sldId="275"/>
            <ac:graphicFrameMk id="14" creationId="{6B01A76A-C38A-D2CC-838D-9A31A6A7474B}"/>
          </ac:graphicFrameMkLst>
        </pc:graphicFrameChg>
      </pc:sldChg>
      <pc:sldChg chg="addSp modSp add replId">
        <pc:chgData name="Krishnaraj Rao" userId="S::krishnaraj@devappsys.com::a83542c9-5cf2-493e-a756-14c8b4a74310" providerId="AD" clId="Web-{6217F43D-2A94-46AF-90C1-C85748EC6597}" dt="2025-06-07T10:11:57.663" v="225" actId="14100"/>
        <pc:sldMkLst>
          <pc:docMk/>
          <pc:sldMk cId="2466518213" sldId="276"/>
        </pc:sldMkLst>
        <pc:spChg chg="mod">
          <ac:chgData name="Krishnaraj Rao" userId="S::krishnaraj@devappsys.com::a83542c9-5cf2-493e-a756-14c8b4a74310" providerId="AD" clId="Web-{6217F43D-2A94-46AF-90C1-C85748EC6597}" dt="2025-06-07T10:11:48.319" v="224" actId="20577"/>
          <ac:spMkLst>
            <pc:docMk/>
            <pc:sldMk cId="2466518213" sldId="276"/>
            <ac:spMk id="5" creationId="{C3B135D7-88A5-B84B-C023-37DC14FBFBAA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11:00.349" v="219" actId="1076"/>
          <ac:spMkLst>
            <pc:docMk/>
            <pc:sldMk cId="2466518213" sldId="276"/>
            <ac:spMk id="9" creationId="{72A4B228-6952-4F52-16AC-B47AB546A649}"/>
          </ac:spMkLst>
        </pc:spChg>
        <pc:grpChg chg="mod">
          <ac:chgData name="Krishnaraj Rao" userId="S::krishnaraj@devappsys.com::a83542c9-5cf2-493e-a756-14c8b4a74310" providerId="AD" clId="Web-{6217F43D-2A94-46AF-90C1-C85748EC6597}" dt="2025-06-07T10:09:02.628" v="189" actId="1076"/>
          <ac:grpSpMkLst>
            <pc:docMk/>
            <pc:sldMk cId="2466518213" sldId="276"/>
            <ac:grpSpMk id="4" creationId="{0362F84B-568A-E77B-A22D-D15ACE8BD1F3}"/>
          </ac:grpSpMkLst>
        </pc:grpChg>
        <pc:picChg chg="add mod">
          <ac:chgData name="Krishnaraj Rao" userId="S::krishnaraj@devappsys.com::a83542c9-5cf2-493e-a756-14c8b4a74310" providerId="AD" clId="Web-{6217F43D-2A94-46AF-90C1-C85748EC6597}" dt="2025-06-07T10:11:57.663" v="225" actId="14100"/>
          <ac:picMkLst>
            <pc:docMk/>
            <pc:sldMk cId="2466518213" sldId="276"/>
            <ac:picMk id="13" creationId="{D48FCAFE-9E44-9383-2094-5CCBC9B2982F}"/>
          </ac:picMkLst>
        </pc:picChg>
      </pc:sldChg>
    </pc:docChg>
  </pc:docChgLst>
  <pc:docChgLst>
    <pc:chgData name="Krishnaraj Rao" userId="S::krishnaraj@devappsys.com::a83542c9-5cf2-493e-a756-14c8b4a74310" providerId="AD" clId="Web-{993A952B-EB64-46F1-A797-5574A5E2CF03}"/>
    <pc:docChg chg="mod modSld modMainMaster">
      <pc:chgData name="Krishnaraj Rao" userId="S::krishnaraj@devappsys.com::a83542c9-5cf2-493e-a756-14c8b4a74310" providerId="AD" clId="Web-{993A952B-EB64-46F1-A797-5574A5E2CF03}" dt="2025-06-07T00:57:34.844" v="25" actId="1076"/>
      <pc:docMkLst>
        <pc:docMk/>
      </pc:docMkLst>
      <pc:sldChg chg="addSp delSp modSp">
        <pc:chgData name="Krishnaraj Rao" userId="S::krishnaraj@devappsys.com::a83542c9-5cf2-493e-a756-14c8b4a74310" providerId="AD" clId="Web-{993A952B-EB64-46F1-A797-5574A5E2CF03}" dt="2025-06-07T00:57:34.844" v="25" actId="1076"/>
        <pc:sldMkLst>
          <pc:docMk/>
          <pc:sldMk cId="0" sldId="256"/>
        </pc:sldMkLst>
        <pc:spChg chg="mod">
          <ac:chgData name="Krishnaraj Rao" userId="S::krishnaraj@devappsys.com::a83542c9-5cf2-493e-a756-14c8b4a74310" providerId="AD" clId="Web-{993A952B-EB64-46F1-A797-5574A5E2CF03}" dt="2025-06-07T00:57:34.844" v="25" actId="1076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Krishnaraj Rao" userId="S::krishnaraj@devappsys.com::a83542c9-5cf2-493e-a756-14c8b4a74310" providerId="AD" clId="Web-{993A952B-EB64-46F1-A797-5574A5E2CF03}" dt="2025-06-07T00:52:19.845" v="1"/>
          <ac:spMkLst>
            <pc:docMk/>
            <pc:sldMk cId="0" sldId="256"/>
            <ac:spMk id="12" creationId="{85F18A22-050D-96D1-3301-F57D14DE7EED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1.110" v="2"/>
          <ac:spMkLst>
            <pc:docMk/>
            <pc:sldMk cId="0" sldId="256"/>
            <ac:spMk id="13" creationId="{35FD7363-FEF8-DD18-4DF8-DEF5ADDBF191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2:28.486" v="5"/>
          <ac:spMkLst>
            <pc:docMk/>
            <pc:sldMk cId="0" sldId="256"/>
            <ac:spMk id="14" creationId="{A788A892-53E9-C1D1-8945-E37AAF27FEF5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06.442" v="21" actId="1076"/>
          <ac:spMkLst>
            <pc:docMk/>
            <pc:sldMk cId="0" sldId="256"/>
            <ac:spMk id="15" creationId="{45BF26D9-E672-5704-847A-EC70136C457F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57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7"/>
            <ac:spMk id="49" creationId="{0BA155CB-A8DA-5752-7372-2A1A9EB0AA43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7"/>
            <ac:spMk id="50" creationId="{90E327EE-D449-710A-524F-FDBC3B072DF4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57"/>
            <ac:spMk id="51" creationId="{A17B05B3-0594-F81F-73B9-E312A4458F6A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57"/>
            <ac:spMk id="52" creationId="{F014F566-679C-7B70-6B31-31DC6A6FB9B1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58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8"/>
            <ac:spMk id="16" creationId="{CDBDAF61-21A8-F453-6028-F56891D25C18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8"/>
            <ac:spMk id="17" creationId="{03C4E3B1-EDD4-4D0B-C13E-4DE51F4B5166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58"/>
            <ac:spMk id="18" creationId="{7B3027A7-DAC5-DCD6-514D-8CE16A96B9AF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58"/>
            <ac:spMk id="19" creationId="{9638AB3A-734E-28AD-106B-E6DC74EB2121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59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9"/>
            <ac:spMk id="15" creationId="{6E420746-B275-4438-F3E0-237810C81591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9"/>
            <ac:spMk id="16" creationId="{AEC99B2C-787C-9CDA-CF38-405CFCC78B21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59"/>
            <ac:spMk id="17" creationId="{17D831A0-7C01-707A-4C80-74428957F38C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59"/>
            <ac:spMk id="18" creationId="{1F7B5AE0-E946-4423-4F82-43967F249503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0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0"/>
            <ac:spMk id="33" creationId="{4CC9B1B3-E18A-3EA4-8FC9-9F35F59D88FF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0"/>
            <ac:spMk id="34" creationId="{59572D42-1E1A-7209-9D9D-B77B65B2F456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0"/>
            <ac:spMk id="35" creationId="{5BB8C59D-A84F-B76A-AF74-E2C7C1AB8825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0"/>
            <ac:spMk id="36" creationId="{9843DB6C-6E6A-3852-CC4F-CB3AADE51CAE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1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1"/>
            <ac:spMk id="13" creationId="{E296D9E6-FFF5-BF6A-1D73-040270AD08BA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1"/>
            <ac:spMk id="14" creationId="{0FF27691-3742-FF2D-B30F-B81BBC80157E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1"/>
            <ac:spMk id="15" creationId="{2D5696C4-FCF8-BCC3-0465-6143C8706BFA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1"/>
            <ac:spMk id="16" creationId="{3B706D7D-C598-83A3-6C00-26801E598E8D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2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2"/>
            <ac:spMk id="16" creationId="{094548CB-5EE2-5A9E-4721-A1FBA1EA7EEF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2"/>
            <ac:spMk id="17" creationId="{9F7C080D-FC93-869B-F377-2DDD79B02D9F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2"/>
            <ac:spMk id="18" creationId="{31E22B1B-04BE-C61A-F002-C1AD09C6ADBB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2"/>
            <ac:spMk id="19" creationId="{AB3E09E8-B768-F8D9-8A8B-63F503CAE2F0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3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3"/>
            <ac:spMk id="16" creationId="{30FD7492-52EC-D49F-4A27-37BDA0F53E6B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3"/>
            <ac:spMk id="17" creationId="{A1572DA4-30F9-62BF-C8EB-D3567A28AEA6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3"/>
            <ac:spMk id="18" creationId="{C6158D96-D804-DD74-9B1C-65F843FC17AA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3"/>
            <ac:spMk id="19" creationId="{6194A6FE-EFF6-109E-58FB-CBA4BB9E20C5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4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4"/>
            <ac:spMk id="27" creationId="{33CADF40-D3D0-FE6D-819B-5876019D928D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4"/>
            <ac:spMk id="28" creationId="{C4232EE6-AB90-1693-D4FF-4055F84CE92C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4"/>
            <ac:spMk id="29" creationId="{BC86B100-FCAB-32FB-01C6-2F12FBCE34DF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4"/>
            <ac:spMk id="30" creationId="{8A31F693-244D-F38C-C060-5ED257A7A284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5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5"/>
            <ac:spMk id="20" creationId="{429B65AB-D657-3746-EE25-113CE8DC3469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5"/>
            <ac:spMk id="21" creationId="{9BE73999-29C0-F7ED-3A16-4C18EEA9CF70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5"/>
            <ac:spMk id="22" creationId="{05024533-8989-7596-7E39-926CC3164904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5"/>
            <ac:spMk id="23" creationId="{AFB55547-605D-EDB9-41FF-CD3D51DA6714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6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6"/>
            <ac:spMk id="24" creationId="{356B3F51-87DB-965E-8D5C-086C8102B432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6"/>
            <ac:spMk id="25" creationId="{1CFC368F-8EF1-84E4-54BA-3B4565B548FF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6"/>
            <ac:spMk id="26" creationId="{FAC103A1-4B09-675D-A37A-19459355F868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6"/>
            <ac:spMk id="27" creationId="{FD0538BD-B281-3C0B-F413-48312AD49C50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7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7"/>
            <ac:spMk id="16" creationId="{EE62FFA1-F211-B211-F9A1-ADBF68728184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7"/>
            <ac:spMk id="17" creationId="{2B3E45DA-BA9B-A034-0B99-EFA7AF4242BE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7"/>
            <ac:spMk id="18" creationId="{668A2F5C-FF54-A66F-5D12-D192F5B56910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7"/>
            <ac:spMk id="19" creationId="{E09AA338-7558-DCBF-9BD3-6A55D9D0B666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8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8"/>
            <ac:spMk id="13" creationId="{AE60D82D-54A9-20A4-AED1-524904392CD3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8"/>
            <ac:spMk id="14" creationId="{496FDA14-4E30-37E7-87DC-C4AB98B85A3D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8"/>
            <ac:spMk id="15" creationId="{7287FD4E-C786-B09B-663B-82A1E1EE551B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8"/>
            <ac:spMk id="16" creationId="{7A203954-94E8-E177-2D54-36499D9C9FB4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9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9"/>
            <ac:spMk id="5" creationId="{AA04E0F9-F5E4-951A-EBFD-D1E065E2A81C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9"/>
            <ac:spMk id="6" creationId="{68EF33A1-EA75-7DBD-0985-08D881B8B6DB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9"/>
            <ac:spMk id="7" creationId="{2158483B-0401-A966-5BCC-93F23D71CED0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9"/>
            <ac:spMk id="8" creationId="{EE169540-353F-AA0D-CE5D-9D92894927AE}"/>
          </ac:spMkLst>
        </pc:spChg>
      </pc:sldChg>
      <pc:sldMasterChg chg="modSp mod modSldLayout">
        <pc:chgData name="Krishnaraj Rao" userId="S::krishnaraj@devappsys.com::a83542c9-5cf2-493e-a756-14c8b4a74310" providerId="AD" clId="Web-{993A952B-EB64-46F1-A797-5574A5E2CF03}" dt="2025-06-07T00:55:24.496" v="24"/>
        <pc:sldMasterMkLst>
          <pc:docMk/>
          <pc:sldMasterMk cId="0" sldId="2147483648"/>
        </pc:sldMasterMkLst>
        <pc:spChg chg="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asterMk cId="0" sldId="2147483648"/>
            <ac:spMk id="5" creationId="{00000000-0000-0000-0000-000000000000}"/>
          </ac:spMkLst>
        </pc:sp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49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49"/>
              <ac:spMk id="5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0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0"/>
              <ac:spMk id="5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1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1"/>
              <ac:spMk id="5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2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2"/>
              <ac:spMk id="6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3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3"/>
              <ac:spMk id="8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4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4"/>
              <ac:spMk id="4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5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5"/>
              <ac:spMk id="3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6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6"/>
              <ac:spMk id="6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7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7"/>
              <ac:spMk id="6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8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8"/>
              <ac:spMk id="5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9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9"/>
              <ac:spMk id="5" creationId="{00000000-0000-0000-0000-000000000000}"/>
            </ac:spMkLst>
          </pc:spChg>
        </pc:sldLayoutChg>
      </pc:sldMasterChg>
    </pc:docChg>
  </pc:docChgLst>
  <pc:docChgLst>
    <pc:chgData name="Krishnaraj Rao" userId="S::krishnaraj@devappsys.com::a83542c9-5cf2-493e-a756-14c8b4a74310" providerId="AD" clId="Web-{BB55558A-5814-425F-BF8E-19951515002E}"/>
    <pc:docChg chg="mod modSld modMainMaster">
      <pc:chgData name="Krishnaraj Rao" userId="S::krishnaraj@devappsys.com::a83542c9-5cf2-493e-a756-14c8b4a74310" providerId="AD" clId="Web-{BB55558A-5814-425F-BF8E-19951515002E}" dt="2025-06-07T00:49:22.607" v="3"/>
      <pc:docMkLst>
        <pc:docMk/>
      </pc:docMkLst>
      <pc:sldChg chg="addSp modSp">
        <pc:chgData name="Krishnaraj Rao" userId="S::krishnaraj@devappsys.com::a83542c9-5cf2-493e-a756-14c8b4a74310" providerId="AD" clId="Web-{BB55558A-5814-425F-BF8E-19951515002E}" dt="2025-06-07T00:49:13.435" v="1"/>
        <pc:sldMkLst>
          <pc:docMk/>
          <pc:sldMk cId="0" sldId="256"/>
        </pc:sldMkLst>
        <pc:spChg chg="add mod">
          <ac:chgData name="Krishnaraj Rao" userId="S::krishnaraj@devappsys.com::a83542c9-5cf2-493e-a756-14c8b4a74310" providerId="AD" clId="Web-{BB55558A-5814-425F-BF8E-19951515002E}" dt="2025-06-07T00:49:06.310" v="0"/>
          <ac:spMkLst>
            <pc:docMk/>
            <pc:sldMk cId="0" sldId="256"/>
            <ac:spMk id="12" creationId="{85F18A22-050D-96D1-3301-F57D14DE7EED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13.435" v="1"/>
          <ac:spMkLst>
            <pc:docMk/>
            <pc:sldMk cId="0" sldId="256"/>
            <ac:spMk id="13" creationId="{35FD7363-FEF8-DD18-4DF8-DEF5ADDBF191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57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7"/>
            <ac:spMk id="49" creationId="{0BA155CB-A8DA-5752-7372-2A1A9EB0AA43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7"/>
            <ac:spMk id="50" creationId="{90E327EE-D449-710A-524F-FDBC3B072DF4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58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8"/>
            <ac:spMk id="16" creationId="{CDBDAF61-21A8-F453-6028-F56891D25C18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8"/>
            <ac:spMk id="17" creationId="{03C4E3B1-EDD4-4D0B-C13E-4DE51F4B5166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59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9"/>
            <ac:spMk id="15" creationId="{6E420746-B275-4438-F3E0-237810C81591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9"/>
            <ac:spMk id="16" creationId="{AEC99B2C-787C-9CDA-CF38-405CFCC78B21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0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0"/>
            <ac:spMk id="33" creationId="{4CC9B1B3-E18A-3EA4-8FC9-9F35F59D88FF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0"/>
            <ac:spMk id="34" creationId="{59572D42-1E1A-7209-9D9D-B77B65B2F456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1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1"/>
            <ac:spMk id="13" creationId="{E296D9E6-FFF5-BF6A-1D73-040270AD08BA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1"/>
            <ac:spMk id="14" creationId="{0FF27691-3742-FF2D-B30F-B81BBC80157E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2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2"/>
            <ac:spMk id="16" creationId="{094548CB-5EE2-5A9E-4721-A1FBA1EA7EEF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2"/>
            <ac:spMk id="17" creationId="{9F7C080D-FC93-869B-F377-2DDD79B02D9F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3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3"/>
            <ac:spMk id="16" creationId="{30FD7492-52EC-D49F-4A27-37BDA0F53E6B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3"/>
            <ac:spMk id="17" creationId="{A1572DA4-30F9-62BF-C8EB-D3567A28AEA6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4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4"/>
            <ac:spMk id="27" creationId="{33CADF40-D3D0-FE6D-819B-5876019D928D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4"/>
            <ac:spMk id="28" creationId="{C4232EE6-AB90-1693-D4FF-4055F84CE92C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5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5"/>
            <ac:spMk id="20" creationId="{429B65AB-D657-3746-EE25-113CE8DC3469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5"/>
            <ac:spMk id="21" creationId="{9BE73999-29C0-F7ED-3A16-4C18EEA9CF70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6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6"/>
            <ac:spMk id="24" creationId="{356B3F51-87DB-965E-8D5C-086C8102B432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6"/>
            <ac:spMk id="25" creationId="{1CFC368F-8EF1-84E4-54BA-3B4565B548FF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7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7"/>
            <ac:spMk id="16" creationId="{EE62FFA1-F211-B211-F9A1-ADBF68728184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7"/>
            <ac:spMk id="17" creationId="{2B3E45DA-BA9B-A034-0B99-EFA7AF4242BE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8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8"/>
            <ac:spMk id="13" creationId="{AE60D82D-54A9-20A4-AED1-524904392CD3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8"/>
            <ac:spMk id="14" creationId="{496FDA14-4E30-37E7-87DC-C4AB98B85A3D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9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9"/>
            <ac:spMk id="5" creationId="{AA04E0F9-F5E4-951A-EBFD-D1E065E2A81C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9"/>
            <ac:spMk id="6" creationId="{68EF33A1-EA75-7DBD-0985-08D881B8B6DB}"/>
          </ac:spMkLst>
        </pc:spChg>
      </pc:sldChg>
      <pc:sldMasterChg chg="mod modSldLayout">
        <pc:chgData name="Krishnaraj Rao" userId="S::krishnaraj@devappsys.com::a83542c9-5cf2-493e-a756-14c8b4a74310" providerId="AD" clId="Web-{BB55558A-5814-425F-BF8E-19951515002E}" dt="2025-06-07T00:49:22.607" v="3"/>
        <pc:sldMasterMkLst>
          <pc:docMk/>
          <pc:sldMasterMk cId="0" sldId="2147483648"/>
        </pc:sldMasterMkLst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49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0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1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2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3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4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5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6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7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8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Bharath Raj" userId="S::bharathraj@devappsys.com::94d9684c-50e3-43a6-bc0f-7d1e94f3ae4e" providerId="AD" clId="Web-{8F40484E-1A4A-44C5-A2E8-9A80D22FC275}"/>
    <pc:docChg chg="modSld">
      <pc:chgData name="Bharath Raj" userId="S::bharathraj@devappsys.com::94d9684c-50e3-43a6-bc0f-7d1e94f3ae4e" providerId="AD" clId="Web-{8F40484E-1A4A-44C5-A2E8-9A80D22FC275}" dt="2025-06-09T08:00:11.230" v="70" actId="1076"/>
      <pc:docMkLst>
        <pc:docMk/>
      </pc:docMkLst>
      <pc:sldChg chg="addSp delSp modSp">
        <pc:chgData name="Bharath Raj" userId="S::bharathraj@devappsys.com::94d9684c-50e3-43a6-bc0f-7d1e94f3ae4e" providerId="AD" clId="Web-{8F40484E-1A4A-44C5-A2E8-9A80D22FC275}" dt="2025-06-09T08:00:01.683" v="69" actId="1076"/>
        <pc:sldMkLst>
          <pc:docMk/>
          <pc:sldMk cId="0" sldId="256"/>
        </pc:sldMkLst>
        <pc:spChg chg="mod">
          <ac:chgData name="Bharath Raj" userId="S::bharathraj@devappsys.com::94d9684c-50e3-43a6-bc0f-7d1e94f3ae4e" providerId="AD" clId="Web-{8F40484E-1A4A-44C5-A2E8-9A80D22FC275}" dt="2025-06-09T07:57:00.227" v="61" actId="1076"/>
          <ac:spMkLst>
            <pc:docMk/>
            <pc:sldMk cId="0" sldId="256"/>
            <ac:spMk id="3" creationId="{00000000-0000-0000-0000-000000000000}"/>
          </ac:spMkLst>
        </pc:spChg>
        <pc:spChg chg="add del mod">
          <ac:chgData name="Bharath Raj" userId="S::bharathraj@devappsys.com::94d9684c-50e3-43a6-bc0f-7d1e94f3ae4e" providerId="AD" clId="Web-{8F40484E-1A4A-44C5-A2E8-9A80D22FC275}" dt="2025-06-09T07:47:39.032" v="19"/>
          <ac:spMkLst>
            <pc:docMk/>
            <pc:sldMk cId="0" sldId="256"/>
            <ac:spMk id="5" creationId="{B5C836ED-AF4C-772A-E7AC-7D587F4BC8E9}"/>
          </ac:spMkLst>
        </pc:spChg>
        <pc:spChg chg="add mod">
          <ac:chgData name="Bharath Raj" userId="S::bharathraj@devappsys.com::94d9684c-50e3-43a6-bc0f-7d1e94f3ae4e" providerId="AD" clId="Web-{8F40484E-1A4A-44C5-A2E8-9A80D22FC275}" dt="2025-06-09T07:52:26.286" v="58" actId="20577"/>
          <ac:spMkLst>
            <pc:docMk/>
            <pc:sldMk cId="0" sldId="256"/>
            <ac:spMk id="6" creationId="{3C32635B-2E2B-E675-29F7-DBC685B729AC}"/>
          </ac:spMkLst>
        </pc:spChg>
        <pc:spChg chg="add mod">
          <ac:chgData name="Bharath Raj" userId="S::bharathraj@devappsys.com::94d9684c-50e3-43a6-bc0f-7d1e94f3ae4e" providerId="AD" clId="Web-{8F40484E-1A4A-44C5-A2E8-9A80D22FC275}" dt="2025-06-09T07:52:26.786" v="60" actId="20577"/>
          <ac:spMkLst>
            <pc:docMk/>
            <pc:sldMk cId="0" sldId="256"/>
            <ac:spMk id="9" creationId="{EE1018EE-FD30-B31C-930A-89E29CBD7D15}"/>
          </ac:spMkLst>
        </pc:spChg>
        <pc:spChg chg="mod">
          <ac:chgData name="Bharath Raj" userId="S::bharathraj@devappsys.com::94d9684c-50e3-43a6-bc0f-7d1e94f3ae4e" providerId="AD" clId="Web-{8F40484E-1A4A-44C5-A2E8-9A80D22FC275}" dt="2025-06-09T07:49:51.455" v="24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Bharath Raj" userId="S::bharathraj@devappsys.com::94d9684c-50e3-43a6-bc0f-7d1e94f3ae4e" providerId="AD" clId="Web-{8F40484E-1A4A-44C5-A2E8-9A80D22FC275}" dt="2025-06-09T08:00:01.683" v="69" actId="1076"/>
          <ac:spMkLst>
            <pc:docMk/>
            <pc:sldMk cId="0" sldId="256"/>
            <ac:spMk id="14" creationId="{A788A892-53E9-C1D1-8945-E37AAF27FEF5}"/>
          </ac:spMkLst>
        </pc:spChg>
        <pc:grpChg chg="mod">
          <ac:chgData name="Bharath Raj" userId="S::bharathraj@devappsys.com::94d9684c-50e3-43a6-bc0f-7d1e94f3ae4e" providerId="AD" clId="Web-{8F40484E-1A4A-44C5-A2E8-9A80D22FC275}" dt="2025-06-09T07:57:16.977" v="62" actId="1076"/>
          <ac:grpSpMkLst>
            <pc:docMk/>
            <pc:sldMk cId="0" sldId="256"/>
            <ac:grpSpMk id="2" creationId="{00000000-0000-0000-0000-000000000000}"/>
          </ac:grpSpMkLst>
        </pc:grpChg>
      </pc:sldChg>
      <pc:sldChg chg="modSp">
        <pc:chgData name="Bharath Raj" userId="S::bharathraj@devappsys.com::94d9684c-50e3-43a6-bc0f-7d1e94f3ae4e" providerId="AD" clId="Web-{8F40484E-1A4A-44C5-A2E8-9A80D22FC275}" dt="2025-06-09T08:00:11.230" v="70" actId="1076"/>
        <pc:sldMkLst>
          <pc:docMk/>
          <pc:sldMk cId="0" sldId="257"/>
        </pc:sldMkLst>
        <pc:spChg chg="mod">
          <ac:chgData name="Bharath Raj" userId="S::bharathraj@devappsys.com::94d9684c-50e3-43a6-bc0f-7d1e94f3ae4e" providerId="AD" clId="Web-{8F40484E-1A4A-44C5-A2E8-9A80D22FC275}" dt="2025-06-09T07:58:10.134" v="65" actId="20577"/>
          <ac:spMkLst>
            <pc:docMk/>
            <pc:sldMk cId="0" sldId="257"/>
            <ac:spMk id="5" creationId="{00000000-0000-0000-0000-000000000000}"/>
          </ac:spMkLst>
        </pc:spChg>
        <pc:spChg chg="mod">
          <ac:chgData name="Bharath Raj" userId="S::bharathraj@devappsys.com::94d9684c-50e3-43a6-bc0f-7d1e94f3ae4e" providerId="AD" clId="Web-{8F40484E-1A4A-44C5-A2E8-9A80D22FC275}" dt="2025-06-09T08:00:11.230" v="70" actId="1076"/>
          <ac:spMkLst>
            <pc:docMk/>
            <pc:sldMk cId="0" sldId="257"/>
            <ac:spMk id="52" creationId="{F014F566-679C-7B70-6B31-31DC6A6FB9B1}"/>
          </ac:spMkLst>
        </pc:spChg>
      </pc:sldChg>
      <pc:sldChg chg="addSp">
        <pc:chgData name="Bharath Raj" userId="S::bharathraj@devappsys.com::94d9684c-50e3-43a6-bc0f-7d1e94f3ae4e" providerId="AD" clId="Web-{8F40484E-1A4A-44C5-A2E8-9A80D22FC275}" dt="2025-06-09T07:44:42.060" v="3"/>
        <pc:sldMkLst>
          <pc:docMk/>
          <pc:sldMk cId="0" sldId="259"/>
        </pc:sldMkLst>
        <pc:spChg chg="add">
          <ac:chgData name="Bharath Raj" userId="S::bharathraj@devappsys.com::94d9684c-50e3-43a6-bc0f-7d1e94f3ae4e" providerId="AD" clId="Web-{8F40484E-1A4A-44C5-A2E8-9A80D22FC275}" dt="2025-06-09T07:44:42.060" v="3"/>
          <ac:spMkLst>
            <pc:docMk/>
            <pc:sldMk cId="0" sldId="259"/>
            <ac:spMk id="3" creationId="{C597A9B1-90A9-775B-5F0B-8D62A6479A8C}"/>
          </ac:spMkLst>
        </pc:spChg>
      </pc:sldChg>
      <pc:sldChg chg="delSp modSp">
        <pc:chgData name="Bharath Raj" userId="S::bharathraj@devappsys.com::94d9684c-50e3-43a6-bc0f-7d1e94f3ae4e" providerId="AD" clId="Web-{8F40484E-1A4A-44C5-A2E8-9A80D22FC275}" dt="2025-06-09T07:45:08.514" v="10" actId="1076"/>
        <pc:sldMkLst>
          <pc:docMk/>
          <pc:sldMk cId="0" sldId="265"/>
        </pc:sldMkLst>
        <pc:spChg chg="del">
          <ac:chgData name="Bharath Raj" userId="S::bharathraj@devappsys.com::94d9684c-50e3-43a6-bc0f-7d1e94f3ae4e" providerId="AD" clId="Web-{8F40484E-1A4A-44C5-A2E8-9A80D22FC275}" dt="2025-06-09T07:44:59.889" v="9"/>
          <ac:spMkLst>
            <pc:docMk/>
            <pc:sldMk cId="0" sldId="265"/>
            <ac:spMk id="9" creationId="{00000000-0000-0000-0000-000000000000}"/>
          </ac:spMkLst>
        </pc:spChg>
        <pc:spChg chg="del">
          <ac:chgData name="Bharath Raj" userId="S::bharathraj@devappsys.com::94d9684c-50e3-43a6-bc0f-7d1e94f3ae4e" providerId="AD" clId="Web-{8F40484E-1A4A-44C5-A2E8-9A80D22FC275}" dt="2025-06-09T07:44:59.857" v="8"/>
          <ac:spMkLst>
            <pc:docMk/>
            <pc:sldMk cId="0" sldId="265"/>
            <ac:spMk id="10" creationId="{00000000-0000-0000-0000-000000000000}"/>
          </ac:spMkLst>
        </pc:spChg>
        <pc:spChg chg="del">
          <ac:chgData name="Bharath Raj" userId="S::bharathraj@devappsys.com::94d9684c-50e3-43a6-bc0f-7d1e94f3ae4e" providerId="AD" clId="Web-{8F40484E-1A4A-44C5-A2E8-9A80D22FC275}" dt="2025-06-09T07:44:59.811" v="7"/>
          <ac:spMkLst>
            <pc:docMk/>
            <pc:sldMk cId="0" sldId="265"/>
            <ac:spMk id="11" creationId="{00000000-0000-0000-0000-000000000000}"/>
          </ac:spMkLst>
        </pc:spChg>
        <pc:spChg chg="del">
          <ac:chgData name="Bharath Raj" userId="S::bharathraj@devappsys.com::94d9684c-50e3-43a6-bc0f-7d1e94f3ae4e" providerId="AD" clId="Web-{8F40484E-1A4A-44C5-A2E8-9A80D22FC275}" dt="2025-06-09T07:44:59.764" v="6"/>
          <ac:spMkLst>
            <pc:docMk/>
            <pc:sldMk cId="0" sldId="265"/>
            <ac:spMk id="12" creationId="{00000000-0000-0000-0000-000000000000}"/>
          </ac:spMkLst>
        </pc:spChg>
        <pc:spChg chg="del">
          <ac:chgData name="Bharath Raj" userId="S::bharathraj@devappsys.com::94d9684c-50e3-43a6-bc0f-7d1e94f3ae4e" providerId="AD" clId="Web-{8F40484E-1A4A-44C5-A2E8-9A80D22FC275}" dt="2025-06-09T07:44:59.717" v="5"/>
          <ac:spMkLst>
            <pc:docMk/>
            <pc:sldMk cId="0" sldId="265"/>
            <ac:spMk id="13" creationId="{00000000-0000-0000-0000-000000000000}"/>
          </ac:spMkLst>
        </pc:spChg>
        <pc:spChg chg="del">
          <ac:chgData name="Bharath Raj" userId="S::bharathraj@devappsys.com::94d9684c-50e3-43a6-bc0f-7d1e94f3ae4e" providerId="AD" clId="Web-{8F40484E-1A4A-44C5-A2E8-9A80D22FC275}" dt="2025-06-09T07:44:59.654" v="4"/>
          <ac:spMkLst>
            <pc:docMk/>
            <pc:sldMk cId="0" sldId="265"/>
            <ac:spMk id="14" creationId="{00000000-0000-0000-0000-000000000000}"/>
          </ac:spMkLst>
        </pc:spChg>
        <pc:spChg chg="mod">
          <ac:chgData name="Bharath Raj" userId="S::bharathraj@devappsys.com::94d9684c-50e3-43a6-bc0f-7d1e94f3ae4e" providerId="AD" clId="Web-{8F40484E-1A4A-44C5-A2E8-9A80D22FC275}" dt="2025-06-09T07:45:08.514" v="10" actId="1076"/>
          <ac:spMkLst>
            <pc:docMk/>
            <pc:sldMk cId="0" sldId="265"/>
            <ac:spMk id="23" creationId="{AFB55547-605D-EDB9-41FF-CD3D51DA6714}"/>
          </ac:spMkLst>
        </pc:spChg>
      </pc:sldChg>
      <pc:sldChg chg="modSp">
        <pc:chgData name="Bharath Raj" userId="S::bharathraj@devappsys.com::94d9684c-50e3-43a6-bc0f-7d1e94f3ae4e" providerId="AD" clId="Web-{8F40484E-1A4A-44C5-A2E8-9A80D22FC275}" dt="2025-06-09T07:45:18.108" v="11" actId="1076"/>
        <pc:sldMkLst>
          <pc:docMk/>
          <pc:sldMk cId="0" sldId="266"/>
        </pc:sldMkLst>
        <pc:spChg chg="mod">
          <ac:chgData name="Bharath Raj" userId="S::bharathraj@devappsys.com::94d9684c-50e3-43a6-bc0f-7d1e94f3ae4e" providerId="AD" clId="Web-{8F40484E-1A4A-44C5-A2E8-9A80D22FC275}" dt="2025-06-09T07:45:18.108" v="11" actId="1076"/>
          <ac:spMkLst>
            <pc:docMk/>
            <pc:sldMk cId="0" sldId="266"/>
            <ac:spMk id="27" creationId="{FD0538BD-B281-3C0B-F413-48312AD49C50}"/>
          </ac:spMkLst>
        </pc:spChg>
      </pc:sldChg>
      <pc:sldChg chg="modSp">
        <pc:chgData name="Bharath Raj" userId="S::bharathraj@devappsys.com::94d9684c-50e3-43a6-bc0f-7d1e94f3ae4e" providerId="AD" clId="Web-{8F40484E-1A4A-44C5-A2E8-9A80D22FC275}" dt="2025-06-09T07:45:28.577" v="12" actId="1076"/>
        <pc:sldMkLst>
          <pc:docMk/>
          <pc:sldMk cId="0" sldId="267"/>
        </pc:sldMkLst>
        <pc:spChg chg="mod">
          <ac:chgData name="Bharath Raj" userId="S::bharathraj@devappsys.com::94d9684c-50e3-43a6-bc0f-7d1e94f3ae4e" providerId="AD" clId="Web-{8F40484E-1A4A-44C5-A2E8-9A80D22FC275}" dt="2025-06-09T07:45:28.577" v="12" actId="1076"/>
          <ac:spMkLst>
            <pc:docMk/>
            <pc:sldMk cId="0" sldId="267"/>
            <ac:spMk id="19" creationId="{E09AA338-7558-DCBF-9BD3-6A55D9D0B666}"/>
          </ac:spMkLst>
        </pc:spChg>
      </pc:sldChg>
      <pc:sldChg chg="modSp">
        <pc:chgData name="Bharath Raj" userId="S::bharathraj@devappsys.com::94d9684c-50e3-43a6-bc0f-7d1e94f3ae4e" providerId="AD" clId="Web-{8F40484E-1A4A-44C5-A2E8-9A80D22FC275}" dt="2025-06-09T07:45:39.467" v="13" actId="1076"/>
        <pc:sldMkLst>
          <pc:docMk/>
          <pc:sldMk cId="0" sldId="268"/>
        </pc:sldMkLst>
        <pc:spChg chg="mod">
          <ac:chgData name="Bharath Raj" userId="S::bharathraj@devappsys.com::94d9684c-50e3-43a6-bc0f-7d1e94f3ae4e" providerId="AD" clId="Web-{8F40484E-1A4A-44C5-A2E8-9A80D22FC275}" dt="2025-06-09T07:45:39.467" v="13" actId="1076"/>
          <ac:spMkLst>
            <pc:docMk/>
            <pc:sldMk cId="0" sldId="268"/>
            <ac:spMk id="16" creationId="{7A203954-94E8-E177-2D54-36499D9C9FB4}"/>
          </ac:spMkLst>
        </pc:spChg>
      </pc:sldChg>
      <pc:sldChg chg="modSp">
        <pc:chgData name="Bharath Raj" userId="S::bharathraj@devappsys.com::94d9684c-50e3-43a6-bc0f-7d1e94f3ae4e" providerId="AD" clId="Web-{8F40484E-1A4A-44C5-A2E8-9A80D22FC275}" dt="2025-06-09T07:59:42.839" v="68" actId="1076"/>
        <pc:sldMkLst>
          <pc:docMk/>
          <pc:sldMk cId="0" sldId="269"/>
        </pc:sldMkLst>
        <pc:spChg chg="mod">
          <ac:chgData name="Bharath Raj" userId="S::bharathraj@devappsys.com::94d9684c-50e3-43a6-bc0f-7d1e94f3ae4e" providerId="AD" clId="Web-{8F40484E-1A4A-44C5-A2E8-9A80D22FC275}" dt="2025-06-09T07:59:42.839" v="68" actId="1076"/>
          <ac:spMkLst>
            <pc:docMk/>
            <pc:sldMk cId="0" sldId="269"/>
            <ac:spMk id="8" creationId="{EE169540-353F-AA0D-CE5D-9D92894927AE}"/>
          </ac:spMkLst>
        </pc:spChg>
      </pc:sldChg>
      <pc:sldChg chg="addSp">
        <pc:chgData name="Bharath Raj" userId="S::bharathraj@devappsys.com::94d9684c-50e3-43a6-bc0f-7d1e94f3ae4e" providerId="AD" clId="Web-{8F40484E-1A4A-44C5-A2E8-9A80D22FC275}" dt="2025-06-09T07:44:36.420" v="2"/>
        <pc:sldMkLst>
          <pc:docMk/>
          <pc:sldMk cId="1378273258" sldId="272"/>
        </pc:sldMkLst>
        <pc:spChg chg="add">
          <ac:chgData name="Bharath Raj" userId="S::bharathraj@devappsys.com::94d9684c-50e3-43a6-bc0f-7d1e94f3ae4e" providerId="AD" clId="Web-{8F40484E-1A4A-44C5-A2E8-9A80D22FC275}" dt="2025-06-09T07:44:36.420" v="2"/>
          <ac:spMkLst>
            <pc:docMk/>
            <pc:sldMk cId="1378273258" sldId="272"/>
            <ac:spMk id="3" creationId="{05E29320-7793-4496-040B-CE09BE69068C}"/>
          </ac:spMkLst>
        </pc:spChg>
      </pc:sldChg>
      <pc:sldChg chg="addSp modSp">
        <pc:chgData name="Bharath Raj" userId="S::bharathraj@devappsys.com::94d9684c-50e3-43a6-bc0f-7d1e94f3ae4e" providerId="AD" clId="Web-{8F40484E-1A4A-44C5-A2E8-9A80D22FC275}" dt="2025-06-09T07:58:37.197" v="67" actId="1076"/>
        <pc:sldMkLst>
          <pc:docMk/>
          <pc:sldMk cId="2783255690" sldId="275"/>
        </pc:sldMkLst>
        <pc:spChg chg="add mod">
          <ac:chgData name="Bharath Raj" userId="S::bharathraj@devappsys.com::94d9684c-50e3-43a6-bc0f-7d1e94f3ae4e" providerId="AD" clId="Web-{8F40484E-1A4A-44C5-A2E8-9A80D22FC275}" dt="2025-06-09T07:58:37.197" v="67" actId="1076"/>
          <ac:spMkLst>
            <pc:docMk/>
            <pc:sldMk cId="2783255690" sldId="275"/>
            <ac:spMk id="11" creationId="{E90389BD-79FA-1FE3-B589-E33CEC24638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learn.microsoft.com/en-us/aspnet/core/fundamentals/routing?view=aspnetcore-7.0" TargetMode="External"/><Relationship Id="rId4" Type="http://schemas.openxmlformats.org/officeDocument/2006/relationships/hyperlink" Target="https://learn.microsoft.com/en-us/aspnet/core/web-api/?view=aspnetcore-7.0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14575" y="3668501"/>
            <a:ext cx="13820413" cy="3496605"/>
            <a:chOff x="-1827648" y="-311515"/>
            <a:chExt cx="18427217" cy="4662141"/>
          </a:xfrm>
        </p:grpSpPr>
        <p:sp>
          <p:nvSpPr>
            <p:cNvPr id="3" name="TextBox 3"/>
            <p:cNvSpPr txBox="1"/>
            <p:nvPr/>
          </p:nvSpPr>
          <p:spPr>
            <a:xfrm>
              <a:off x="-1827648" y="-311515"/>
              <a:ext cx="18427217" cy="46225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3999"/>
                </a:lnSpc>
              </a:pPr>
              <a:r>
                <a:rPr lang="en-US" sz="9600" dirty="0">
                  <a:solidFill>
                    <a:schemeClr val="bg1"/>
                  </a:solidFill>
                </a:rPr>
                <a:t>Web API Controllers &amp; CRUD Operations(.NET 8)</a:t>
              </a:r>
              <a:endParaRPr lang="en-US" dirty="0">
                <a:solidFill>
                  <a:schemeClr val="bg1"/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814" y="3828090"/>
              <a:ext cx="15312407" cy="5225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endParaRPr lang="en-US" sz="3000">
                <a:solidFill>
                  <a:srgbClr val="FFFFFF"/>
                </a:solidFill>
                <a:latin typeface="+mj-lt"/>
                <a:ea typeface="Agrandir"/>
                <a:cs typeface="Agrandir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-778351" y="635289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6736200" y="427522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208994" y="8302454"/>
            <a:ext cx="4223946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99"/>
              </a:lnSpc>
            </a:pPr>
            <a:r>
              <a:rPr lang="en-US" sz="3200" b="1" dirty="0">
                <a:solidFill>
                  <a:srgbClr val="FFFFFF"/>
                </a:solidFill>
                <a:latin typeface="+mj-lt"/>
                <a:ea typeface="Agrandir Bold"/>
                <a:cs typeface="Agrandir Bold"/>
                <a:sym typeface="Agrandir Bold"/>
              </a:rPr>
              <a:t>By : Mr. Shivam Supekar</a:t>
            </a:r>
            <a:endParaRPr lang="en-US" sz="3200" b="1" dirty="0">
              <a:solidFill>
                <a:srgbClr val="FFFFFF"/>
              </a:solidFill>
              <a:latin typeface="+mj-lt"/>
              <a:ea typeface="Agrandir Bold"/>
              <a:cs typeface="Agrandir Bold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788A892-53E9-C1D1-8945-E37AAF27F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5048" y="9547606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latin typeface="+mj-lt"/>
              </a:rPr>
              <a:pPr/>
              <a:t>1</a:t>
            </a:fld>
            <a:endParaRPr lang="en-GB" sz="2000" dirty="0"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317BE6-C01E-CF59-618A-67FA9503FE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98" b="18525"/>
          <a:stretch>
            <a:fillRect/>
          </a:stretch>
        </p:blipFill>
        <p:spPr>
          <a:xfrm>
            <a:off x="5174037" y="1233772"/>
            <a:ext cx="7507705" cy="24347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-766888" y="102870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657725" y="1104900"/>
            <a:ext cx="11068050" cy="1291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US" sz="9000" b="1" dirty="0">
                <a:solidFill>
                  <a:srgbClr val="8D0A75"/>
                </a:solidFill>
                <a:latin typeface="+mj-lt"/>
                <a:ea typeface="Heebo Black"/>
                <a:cs typeface="Heebo Black"/>
                <a:sym typeface="Heebo Black"/>
              </a:rPr>
              <a:t>Agenda</a:t>
            </a:r>
          </a:p>
        </p:txBody>
      </p:sp>
      <p:sp>
        <p:nvSpPr>
          <p:cNvPr id="7" name="Freeform 7"/>
          <p:cNvSpPr/>
          <p:nvPr/>
        </p:nvSpPr>
        <p:spPr>
          <a:xfrm>
            <a:off x="11549380" y="-125857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5828568" y="888912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>
              <a:latin typeface="+mj-lt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4775098" y="2912245"/>
            <a:ext cx="5548532" cy="932518"/>
            <a:chOff x="0" y="0"/>
            <a:chExt cx="7398043" cy="1243356"/>
          </a:xfrm>
        </p:grpSpPr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66297" y="335404"/>
              <a:ext cx="442528" cy="4561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721" b="1" u="none">
                  <a:solidFill>
                    <a:srgbClr val="33123B"/>
                  </a:solidFill>
                  <a:latin typeface="+mj-lt"/>
                  <a:ea typeface="Horizon"/>
                  <a:cs typeface="Horizon"/>
                  <a:sym typeface="Horizon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10123" y="270697"/>
              <a:ext cx="5587920" cy="972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US" sz="2400" dirty="0">
                  <a:solidFill>
                    <a:srgbClr val="33123B"/>
                  </a:solidFill>
                  <a:latin typeface="+mj-lt"/>
                  <a:ea typeface="+mn-lt"/>
                  <a:cs typeface="+mn-lt"/>
                  <a:sym typeface="Agrandir"/>
                </a:rPr>
                <a:t>Overview of </a:t>
              </a:r>
              <a:r>
                <a:rPr lang="nl-NL" sz="2400" dirty="0"/>
                <a:t>Web API in .NET 8</a:t>
              </a:r>
              <a:endParaRPr lang="en-US" sz="2400" dirty="0">
                <a:latin typeface="+mj-lt"/>
                <a:ea typeface="Calibri"/>
                <a:cs typeface="Calibri"/>
              </a:endParaRPr>
            </a:p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endParaRPr lang="en-US" sz="2400" u="none" dirty="0">
                <a:solidFill>
                  <a:srgbClr val="33123B"/>
                </a:solidFill>
                <a:latin typeface="+mj-lt"/>
                <a:ea typeface="Agrandir"/>
                <a:cs typeface="Agrandir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017501" y="2912245"/>
            <a:ext cx="5548532" cy="881343"/>
            <a:chOff x="0" y="0"/>
            <a:chExt cx="7398043" cy="1175123"/>
          </a:xfrm>
        </p:grpSpPr>
        <p:grpSp>
          <p:nvGrpSpPr>
            <p:cNvPr id="15" name="Group 1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+mj-lt"/>
                  <a:ea typeface="Horizon"/>
                  <a:cs typeface="Horizon"/>
                  <a:sym typeface="Horizon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10123" y="270697"/>
              <a:ext cx="5587920" cy="492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GB" sz="2400" dirty="0">
                  <a:solidFill>
                    <a:srgbClr val="33123B"/>
                  </a:solidFill>
                  <a:latin typeface="+mj-lt"/>
                  <a:ea typeface="+mn-lt"/>
                  <a:cs typeface="+mn-lt"/>
                  <a:sym typeface="Agrandir"/>
                </a:rPr>
                <a:t>CRUD Operations Overview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775098" y="4284467"/>
            <a:ext cx="5548532" cy="881343"/>
            <a:chOff x="0" y="0"/>
            <a:chExt cx="7398044" cy="1175123"/>
          </a:xfrm>
        </p:grpSpPr>
        <p:grpSp>
          <p:nvGrpSpPr>
            <p:cNvPr id="20" name="Group 2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+mj-lt"/>
                  <a:ea typeface="Horizon"/>
                  <a:cs typeface="Horizon"/>
                  <a:sym typeface="Horizon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10123" y="270697"/>
              <a:ext cx="5587921" cy="49244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/>
              <a:r>
                <a:rPr lang="en-GB" sz="2400" dirty="0">
                  <a:solidFill>
                    <a:srgbClr val="33123B"/>
                  </a:solidFill>
                  <a:latin typeface="+mj-lt"/>
                  <a:ea typeface="+mn-lt"/>
                  <a:cs typeface="+mn-lt"/>
                  <a:sym typeface="Agrandir"/>
                </a:rPr>
                <a:t>Routing and HTTP Verbs</a:t>
              </a:r>
              <a:endParaRPr lang="en-US" dirty="0">
                <a:latin typeface="+mj-lt"/>
                <a:sym typeface="Agrandir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775098" y="5656690"/>
            <a:ext cx="5548532" cy="881343"/>
            <a:chOff x="0" y="0"/>
            <a:chExt cx="7398043" cy="1175123"/>
          </a:xfrm>
        </p:grpSpPr>
        <p:grpSp>
          <p:nvGrpSpPr>
            <p:cNvPr id="25" name="Group 2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+mj-lt"/>
                  <a:ea typeface="Horizon"/>
                  <a:cs typeface="Horizon"/>
                  <a:sym typeface="Horizon"/>
                </a:rPr>
                <a:t>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10123" y="270697"/>
              <a:ext cx="5587920" cy="480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GB" sz="2400" dirty="0">
                  <a:solidFill>
                    <a:srgbClr val="33123B"/>
                  </a:solidFill>
                  <a:latin typeface="+mj-lt"/>
                  <a:ea typeface="+mn-lt"/>
                  <a:cs typeface="+mn-lt"/>
                  <a:sym typeface="Agrandir"/>
                </a:rPr>
                <a:t>Testing the API </a:t>
              </a:r>
              <a:endParaRPr lang="en-US" dirty="0">
                <a:latin typeface="+mj-lt"/>
                <a:ea typeface="+mn-lt"/>
                <a:cs typeface="+mn-lt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775098" y="7033333"/>
            <a:ext cx="5548532" cy="881343"/>
            <a:chOff x="0" y="0"/>
            <a:chExt cx="7398043" cy="1175123"/>
          </a:xfrm>
        </p:grpSpPr>
        <p:grpSp>
          <p:nvGrpSpPr>
            <p:cNvPr id="30" name="Group 3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+mj-lt"/>
                  <a:ea typeface="Calibri"/>
                  <a:cs typeface="Calibri"/>
                  <a:sym typeface="Horizon"/>
                </a:rPr>
                <a:t>7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810123" y="270697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latin typeface="+mj-lt"/>
                  <a:ea typeface="Calibri"/>
                  <a:cs typeface="Calibri"/>
                  <a:sym typeface="Agrandir"/>
                </a:rPr>
                <a:t>Use Cases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017501" y="4284467"/>
            <a:ext cx="5548532" cy="935083"/>
            <a:chOff x="0" y="0"/>
            <a:chExt cx="7398043" cy="1246776"/>
          </a:xfrm>
        </p:grpSpPr>
        <p:grpSp>
          <p:nvGrpSpPr>
            <p:cNvPr id="35" name="Group 3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+mj-lt"/>
                  <a:ea typeface="Horizon"/>
                  <a:cs typeface="Horizon"/>
                  <a:sym typeface="Horizon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810123" y="270697"/>
              <a:ext cx="5587920" cy="9760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GB" sz="2400" dirty="0">
                  <a:solidFill>
                    <a:srgbClr val="33123B"/>
                  </a:solidFill>
                  <a:latin typeface="+mj-lt"/>
                  <a:ea typeface="+mn-lt"/>
                  <a:cs typeface="+mn-lt"/>
                  <a:sym typeface="Agrandir"/>
                </a:rPr>
                <a:t>Model Binding and JSON responses</a:t>
              </a:r>
              <a:endParaRPr lang="en-US" dirty="0">
                <a:latin typeface="+mj-lt"/>
                <a:ea typeface="+mn-lt"/>
                <a:cs typeface="+mn-lt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1017501" y="5656690"/>
            <a:ext cx="5548532" cy="881343"/>
            <a:chOff x="0" y="0"/>
            <a:chExt cx="7398043" cy="1175123"/>
          </a:xfrm>
        </p:grpSpPr>
        <p:grpSp>
          <p:nvGrpSpPr>
            <p:cNvPr id="40" name="Group 4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+mj-lt"/>
                  <a:ea typeface="Horizon"/>
                  <a:cs typeface="Horizon"/>
                  <a:sym typeface="Horizon"/>
                </a:rPr>
                <a:t>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810123" y="270697"/>
              <a:ext cx="5587920" cy="480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endParaRPr lang="en-US" sz="2400" dirty="0">
                <a:solidFill>
                  <a:srgbClr val="33123B"/>
                </a:solidFill>
                <a:latin typeface="+mj-lt"/>
                <a:ea typeface="Agrandir"/>
                <a:cs typeface="Agrandir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1017501" y="7033333"/>
            <a:ext cx="5548532" cy="881343"/>
            <a:chOff x="0" y="0"/>
            <a:chExt cx="7398043" cy="1175123"/>
          </a:xfrm>
        </p:grpSpPr>
        <p:grpSp>
          <p:nvGrpSpPr>
            <p:cNvPr id="45" name="Group 4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+mj-lt"/>
                  <a:ea typeface="Calibri"/>
                  <a:cs typeface="Calibri"/>
                  <a:sym typeface="Horizon"/>
                </a:rPr>
                <a:t>8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810123" y="270697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latin typeface="+mj-lt"/>
                  <a:ea typeface="Calibri"/>
                  <a:cs typeface="Calibri"/>
                  <a:sym typeface="Agrandir"/>
                </a:rPr>
                <a:t>Assignment</a:t>
              </a:r>
            </a:p>
          </p:txBody>
        </p:sp>
      </p:grp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F014F566-679C-7B70-6B31-31DC6A6FB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3296" y="9666478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latin typeface="+mj-lt"/>
              </a:rPr>
              <a:pPr/>
              <a:t>2</a:t>
            </a:fld>
            <a:endParaRPr lang="en-GB" sz="2000">
              <a:latin typeface="+mj-lt"/>
              <a:ea typeface="Calibri"/>
              <a:cs typeface="Calibri"/>
            </a:endParaRPr>
          </a:p>
        </p:txBody>
      </p:sp>
      <p:grpSp>
        <p:nvGrpSpPr>
          <p:cNvPr id="59" name="Group 44">
            <a:extLst>
              <a:ext uri="{FF2B5EF4-FFF2-40B4-BE49-F238E27FC236}">
                <a16:creationId xmlns:a16="http://schemas.microsoft.com/office/drawing/2014/main" id="{2BD9318D-F62C-595C-ED79-4644ED29D06A}"/>
              </a:ext>
            </a:extLst>
          </p:cNvPr>
          <p:cNvGrpSpPr/>
          <p:nvPr/>
        </p:nvGrpSpPr>
        <p:grpSpPr>
          <a:xfrm>
            <a:off x="4774356" y="8255160"/>
            <a:ext cx="5548531" cy="881343"/>
            <a:chOff x="0" y="0"/>
            <a:chExt cx="7398043" cy="1175123"/>
          </a:xfrm>
        </p:grpSpPr>
        <p:grpSp>
          <p:nvGrpSpPr>
            <p:cNvPr id="60" name="Group 45">
              <a:extLst>
                <a:ext uri="{FF2B5EF4-FFF2-40B4-BE49-F238E27FC236}">
                  <a16:creationId xmlns:a16="http://schemas.microsoft.com/office/drawing/2014/main" id="{EE1B6938-CC03-20D3-D3CF-6BA95C211E6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63" name="Freeform 46">
                <a:extLst>
                  <a:ext uri="{FF2B5EF4-FFF2-40B4-BE49-F238E27FC236}">
                    <a16:creationId xmlns:a16="http://schemas.microsoft.com/office/drawing/2014/main" id="{B67049FF-7DAB-AF7E-2735-870039FFAB5F}"/>
                  </a:ext>
                </a:extLst>
              </p:cNvPr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>
                  <a:latin typeface="+mj-lt"/>
                </a:endParaRPr>
              </a:p>
            </p:txBody>
          </p:sp>
        </p:grpSp>
        <p:sp>
          <p:nvSpPr>
            <p:cNvPr id="61" name="TextBox 47">
              <a:extLst>
                <a:ext uri="{FF2B5EF4-FFF2-40B4-BE49-F238E27FC236}">
                  <a16:creationId xmlns:a16="http://schemas.microsoft.com/office/drawing/2014/main" id="{E0385902-10FC-9EF6-50F9-248B3E78AC66}"/>
                </a:ext>
              </a:extLst>
            </p:cNvPr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+mj-lt"/>
                  <a:ea typeface="Calibri"/>
                  <a:cs typeface="Calibri"/>
                </a:rPr>
                <a:t>9</a:t>
              </a:r>
            </a:p>
          </p:txBody>
        </p:sp>
        <p:sp>
          <p:nvSpPr>
            <p:cNvPr id="62" name="TextBox 48">
              <a:extLst>
                <a:ext uri="{FF2B5EF4-FFF2-40B4-BE49-F238E27FC236}">
                  <a16:creationId xmlns:a16="http://schemas.microsoft.com/office/drawing/2014/main" id="{2504A983-3E7A-EFD5-8F19-5F30731E9222}"/>
                </a:ext>
              </a:extLst>
            </p:cNvPr>
            <p:cNvSpPr txBox="1"/>
            <p:nvPr/>
          </p:nvSpPr>
          <p:spPr>
            <a:xfrm>
              <a:off x="1810123" y="270697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33123B"/>
                  </a:solidFill>
                  <a:latin typeface="+mj-lt"/>
                  <a:ea typeface="Calibri"/>
                  <a:cs typeface="Calibri"/>
                  <a:sym typeface="Agrandir"/>
                </a:rPr>
                <a:t>Debrief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034010" y="1470814"/>
            <a:ext cx="16820853" cy="8710077"/>
            <a:chOff x="-2433913" y="-4221609"/>
            <a:chExt cx="19426653" cy="11613434"/>
          </a:xfrm>
        </p:grpSpPr>
        <p:sp>
          <p:nvSpPr>
            <p:cNvPr id="5" name="TextBox 5"/>
            <p:cNvSpPr txBox="1"/>
            <p:nvPr/>
          </p:nvSpPr>
          <p:spPr>
            <a:xfrm>
              <a:off x="-2433913" y="-4221609"/>
              <a:ext cx="19426653" cy="1161343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71500" indent="-571500" algn="just">
                <a:lnSpc>
                  <a:spcPts val="3600"/>
                </a:lnSpc>
                <a:buFont typeface="Wingdings" panose="05000000000000000000" pitchFamily="2" charset="2"/>
                <a:buChar char="v"/>
              </a:pPr>
              <a:r>
                <a:rPr lang="en-GB" sz="3200" b="1" dirty="0">
                  <a:solidFill>
                    <a:schemeClr val="bg1"/>
                  </a:solidFill>
                  <a:ea typeface="+mn-lt"/>
                  <a:cs typeface="+mn-lt"/>
                  <a:sym typeface="Heebo Black"/>
                </a:rPr>
                <a:t>What is a Web API?</a:t>
              </a:r>
            </a:p>
            <a:p>
              <a:pPr marL="1028700" lvl="1" indent="-571500" algn="just">
                <a:lnSpc>
                  <a:spcPts val="3600"/>
                </a:lnSpc>
                <a:buFont typeface="Wingdings" panose="05000000000000000000" pitchFamily="2" charset="2"/>
                <a:buChar char="v"/>
              </a:pPr>
              <a:endParaRPr lang="en-US" sz="3200" dirty="0">
                <a:solidFill>
                  <a:schemeClr val="bg1"/>
                </a:solidFill>
                <a:ea typeface="+mn-lt"/>
                <a:cs typeface="+mn-lt"/>
              </a:endParaRPr>
            </a:p>
            <a:p>
              <a:pPr marL="1371600" lvl="2" indent="-457200">
                <a:buFont typeface="Arial" panose="020B0604020202020204" pitchFamily="34" charset="0"/>
                <a:buChar char="•"/>
              </a:pPr>
              <a:r>
                <a:rPr lang="en-IN" sz="3200" b="1" dirty="0">
                  <a:solidFill>
                    <a:schemeClr val="bg1"/>
                  </a:solidFill>
                </a:rPr>
                <a:t>A Web API is a RESTful Service</a:t>
              </a:r>
            </a:p>
            <a:p>
              <a:pPr marL="1371600" lvl="2" indent="-457200">
                <a:buFont typeface="Arial" panose="020B0604020202020204" pitchFamily="34" charset="0"/>
                <a:buChar char="•"/>
              </a:pPr>
              <a:r>
                <a:rPr lang="en-IN" sz="3200" dirty="0">
                  <a:solidFill>
                    <a:schemeClr val="bg1"/>
                  </a:solidFill>
                </a:rPr>
                <a:t>Web API stands for </a:t>
              </a:r>
              <a:r>
                <a:rPr lang="en-IN" sz="3200" b="1" dirty="0">
                  <a:solidFill>
                    <a:schemeClr val="bg1"/>
                  </a:solidFill>
                </a:rPr>
                <a:t>Web Application Programming Interface</a:t>
              </a:r>
              <a:r>
                <a:rPr lang="en-IN" sz="3200" dirty="0">
                  <a:solidFill>
                    <a:schemeClr val="bg1"/>
                  </a:solidFill>
                </a:rPr>
                <a:t>.</a:t>
              </a:r>
            </a:p>
            <a:p>
              <a:pPr marL="1371600" lvl="2" indent="-457200">
                <a:buFont typeface="Arial" panose="020B0604020202020204" pitchFamily="34" charset="0"/>
                <a:buChar char="•"/>
              </a:pPr>
              <a:r>
                <a:rPr lang="en-IN" sz="3200" dirty="0">
                  <a:solidFill>
                    <a:schemeClr val="bg1"/>
                  </a:solidFill>
                </a:rPr>
                <a:t>It allows </a:t>
              </a:r>
              <a:r>
                <a:rPr lang="en-IN" sz="3200" b="1" dirty="0">
                  <a:solidFill>
                    <a:schemeClr val="bg1"/>
                  </a:solidFill>
                </a:rPr>
                <a:t>client applications</a:t>
              </a:r>
              <a:r>
                <a:rPr lang="en-IN" sz="3200" dirty="0">
                  <a:solidFill>
                    <a:schemeClr val="bg1"/>
                  </a:solidFill>
                </a:rPr>
                <a:t> to interact with a server over </a:t>
              </a:r>
              <a:r>
                <a:rPr lang="en-IN" sz="3200" b="1" dirty="0">
                  <a:solidFill>
                    <a:schemeClr val="bg1"/>
                  </a:solidFill>
                </a:rPr>
                <a:t>HTTP/HTTPS</a:t>
              </a:r>
              <a:r>
                <a:rPr lang="en-IN" sz="3200" dirty="0">
                  <a:solidFill>
                    <a:schemeClr val="bg1"/>
                  </a:solidFill>
                </a:rPr>
                <a:t>.</a:t>
              </a:r>
            </a:p>
            <a:p>
              <a:pPr marL="1371600" lvl="2" indent="-457200">
                <a:buFont typeface="Arial" panose="020B0604020202020204" pitchFamily="34" charset="0"/>
                <a:buChar char="•"/>
              </a:pPr>
              <a:r>
                <a:rPr lang="en-IN" sz="3200" dirty="0">
                  <a:solidFill>
                    <a:schemeClr val="bg1"/>
                  </a:solidFill>
                </a:rPr>
                <a:t>Commonly uses </a:t>
              </a:r>
              <a:r>
                <a:rPr lang="en-IN" sz="3200" b="1" dirty="0">
                  <a:solidFill>
                    <a:schemeClr val="bg1"/>
                  </a:solidFill>
                </a:rPr>
                <a:t>RESTful principles</a:t>
              </a:r>
              <a:r>
                <a:rPr lang="en-IN" sz="3200" dirty="0">
                  <a:solidFill>
                    <a:schemeClr val="bg1"/>
                  </a:solidFill>
                </a:rPr>
                <a:t> (Representational State Transfer):</a:t>
              </a:r>
            </a:p>
            <a:p>
              <a:pPr marL="1828800" lvl="3" indent="-457200">
                <a:buFont typeface="Arial" panose="020B0604020202020204" pitchFamily="34" charset="0"/>
                <a:buChar char="•"/>
              </a:pPr>
              <a:r>
                <a:rPr lang="en-IN" sz="3200" dirty="0">
                  <a:solidFill>
                    <a:schemeClr val="bg1"/>
                  </a:solidFill>
                </a:rPr>
                <a:t>Stateless communication</a:t>
              </a:r>
            </a:p>
            <a:p>
              <a:pPr marL="1828800" lvl="3" indent="-457200">
                <a:buFont typeface="Arial" panose="020B0604020202020204" pitchFamily="34" charset="0"/>
                <a:buChar char="•"/>
              </a:pPr>
              <a:r>
                <a:rPr lang="en-IN" sz="3200" dirty="0">
                  <a:solidFill>
                    <a:schemeClr val="bg1"/>
                  </a:solidFill>
                </a:rPr>
                <a:t>Resource-based URIs</a:t>
              </a:r>
            </a:p>
            <a:p>
              <a:pPr marL="1828800" lvl="3" indent="-457200" algn="just">
                <a:lnSpc>
                  <a:spcPts val="3600"/>
                </a:lnSpc>
                <a:buFont typeface="Arial"/>
                <a:buChar char="•"/>
              </a:pPr>
              <a:r>
                <a:rPr lang="en-IN" sz="3200" dirty="0">
                  <a:solidFill>
                    <a:schemeClr val="bg1"/>
                  </a:solidFill>
                </a:rPr>
                <a:t>Standard HTTP methods:  GET, POST , PUT , DELETE</a:t>
              </a:r>
            </a:p>
            <a:p>
              <a:pPr marL="1371600" lvl="2" indent="-457200" algn="just">
                <a:lnSpc>
                  <a:spcPts val="3600"/>
                </a:lnSpc>
                <a:buFont typeface="Arial"/>
                <a:buChar char="•"/>
              </a:pPr>
              <a:r>
                <a:rPr lang="en-IN" sz="3200" dirty="0">
                  <a:solidFill>
                    <a:schemeClr val="bg1"/>
                  </a:solidFill>
                </a:rPr>
                <a:t>Default data exchange format: </a:t>
              </a:r>
              <a:r>
                <a:rPr lang="en-IN" sz="3200" b="1" dirty="0">
                  <a:solidFill>
                    <a:schemeClr val="bg1"/>
                  </a:solidFill>
                </a:rPr>
                <a:t>JSON</a:t>
              </a:r>
              <a:endParaRPr lang="en-IN" sz="3200" dirty="0">
                <a:solidFill>
                  <a:schemeClr val="bg1"/>
                </a:solidFill>
              </a:endParaRPr>
            </a:p>
            <a:p>
              <a:pPr lvl="1" algn="just">
                <a:lnSpc>
                  <a:spcPts val="3600"/>
                </a:lnSpc>
              </a:pPr>
              <a:endParaRPr lang="en-US" sz="32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r>
                <a:rPr lang="en-IN" sz="3200" b="1" dirty="0">
                  <a:solidFill>
                    <a:schemeClr val="bg1"/>
                  </a:solidFill>
                </a:rPr>
                <a:t>🛠 Built Using ASP.NET Core Web API (.NET 8)</a:t>
              </a:r>
            </a:p>
            <a:p>
              <a:pPr lvl="1"/>
              <a:endParaRPr lang="en-IN" sz="3200" b="1" dirty="0">
                <a:solidFill>
                  <a:schemeClr val="bg1"/>
                </a:solidFill>
              </a:endParaRPr>
            </a:p>
            <a:p>
              <a:pPr marL="1371600" lvl="2" indent="-457200">
                <a:buFont typeface="Arial" panose="020B0604020202020204" pitchFamily="34" charset="0"/>
                <a:buChar char="•"/>
              </a:pPr>
              <a:r>
                <a:rPr lang="en-IN" sz="3200" dirty="0">
                  <a:solidFill>
                    <a:schemeClr val="bg1"/>
                  </a:solidFill>
                </a:rPr>
                <a:t>ASP.NET Core Web API is a lightweight, cross-platform framework for building Web APIs.</a:t>
              </a:r>
            </a:p>
            <a:p>
              <a:pPr marL="1371600" lvl="2" indent="-457200">
                <a:buFont typeface="Arial" panose="020B0604020202020204" pitchFamily="34" charset="0"/>
                <a:buChar char="•"/>
              </a:pPr>
              <a:r>
                <a:rPr lang="en-IN" sz="3200" dirty="0">
                  <a:solidFill>
                    <a:schemeClr val="bg1"/>
                  </a:solidFill>
                </a:rPr>
                <a:t>.NET 8 brings:</a:t>
              </a:r>
            </a:p>
            <a:p>
              <a:pPr marL="1828800" lvl="3" indent="-457200">
                <a:buFont typeface="Arial" panose="020B0604020202020204" pitchFamily="34" charset="0"/>
                <a:buChar char="•"/>
              </a:pPr>
              <a:r>
                <a:rPr lang="en-IN" sz="3200" dirty="0">
                  <a:solidFill>
                    <a:schemeClr val="bg1"/>
                  </a:solidFill>
                </a:rPr>
                <a:t>Better performance and minimal APIs</a:t>
              </a:r>
            </a:p>
            <a:p>
              <a:pPr marL="1828800" lvl="3" indent="-457200">
                <a:buFont typeface="Arial" panose="020B0604020202020204" pitchFamily="34" charset="0"/>
                <a:buChar char="•"/>
              </a:pPr>
              <a:r>
                <a:rPr lang="en-IN" sz="3200" dirty="0">
                  <a:solidFill>
                    <a:schemeClr val="bg1"/>
                  </a:solidFill>
                </a:rPr>
                <a:t>Improved routing and model binding</a:t>
              </a:r>
            </a:p>
            <a:p>
              <a:pPr marL="1828800" lvl="3" indent="-457200">
                <a:buFont typeface="Arial" panose="020B0604020202020204" pitchFamily="34" charset="0"/>
                <a:buChar char="•"/>
              </a:pPr>
              <a:r>
                <a:rPr lang="en-IN" sz="3200" dirty="0">
                  <a:solidFill>
                    <a:schemeClr val="bg1"/>
                  </a:solidFill>
                </a:rPr>
                <a:t>Built-in OpenAPI/Swagger support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1034010" y="302888"/>
            <a:ext cx="17253990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Introduction to Web API Controllers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638AB3A-734E-28AD-106B-E6DC74EB2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3</a:t>
            </a:fld>
            <a:endParaRPr lang="en-GB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446BBC-AF90-500E-C77D-A6C0E2212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D87BE63-EA7F-FBE4-55AF-B7AA4EC8BEE3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BC1C182-11D9-7918-235F-A5FC67EDC05A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E6E41DB0-645C-3418-C82B-CDA12E42FFFE}"/>
              </a:ext>
            </a:extLst>
          </p:cNvPr>
          <p:cNvGrpSpPr/>
          <p:nvPr/>
        </p:nvGrpSpPr>
        <p:grpSpPr>
          <a:xfrm>
            <a:off x="2126447" y="1576507"/>
            <a:ext cx="15132853" cy="7987443"/>
            <a:chOff x="-1064989" y="-2659438"/>
            <a:chExt cx="20177139" cy="5669469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87E9DEE-4E73-2FED-9AB6-E8FC4B11D8AD}"/>
                </a:ext>
              </a:extLst>
            </p:cNvPr>
            <p:cNvSpPr txBox="1"/>
            <p:nvPr/>
          </p:nvSpPr>
          <p:spPr>
            <a:xfrm>
              <a:off x="-1064989" y="-2659438"/>
              <a:ext cx="20177139" cy="56694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eaLnBrk="0" fontAlgn="base" hangingPunct="0">
                <a:lnSpc>
                  <a:spcPct val="2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4000" b="1" dirty="0">
                  <a:solidFill>
                    <a:schemeClr val="bg1"/>
                  </a:solidFill>
                  <a:latin typeface="+mj-lt"/>
                </a:rPr>
                <a:t>Web API Controller Conventions</a:t>
              </a:r>
            </a:p>
            <a:p>
              <a:pPr marL="457200" lvl="0" indent="-457200" eaLnBrk="0" fontAlgn="base" hangingPunct="0">
                <a:lnSpc>
                  <a:spcPct val="2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Decorated with [ApiController] &amp; [Route("api/[controller]")]</a:t>
              </a:r>
            </a:p>
            <a:p>
              <a:pPr marL="457200" lvl="0" indent="-457200" eaLnBrk="0" fontAlgn="base" hangingPunct="0">
                <a:lnSpc>
                  <a:spcPct val="2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Inherits from ControllerBase</a:t>
              </a:r>
            </a:p>
            <a:p>
              <a:pPr marL="457200" lvl="0" indent="-457200" eaLnBrk="0" fontAlgn="base" hangingPunct="0">
                <a:lnSpc>
                  <a:spcPct val="2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200" dirty="0">
                  <a:solidFill>
                    <a:schemeClr val="bg1"/>
                  </a:solidFill>
                  <a:latin typeface="+mj-lt"/>
                </a:rPr>
                <a:t>Automatically handles model validation in .NET 8</a:t>
              </a:r>
            </a:p>
            <a:p>
              <a:pPr lvl="0" eaLnBrk="0" fontAlgn="base" hangingPunct="0">
                <a:lnSpc>
                  <a:spcPct val="20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chemeClr val="bg1"/>
                </a:solidFill>
                <a:latin typeface="+mj-lt"/>
              </a:endParaRPr>
            </a:p>
            <a:p>
              <a:pPr lvl="2" algn="just">
                <a:lnSpc>
                  <a:spcPct val="200000"/>
                </a:lnSpc>
              </a:pPr>
              <a:endParaRPr lang="en-IN" sz="3200" dirty="0">
                <a:solidFill>
                  <a:schemeClr val="bg1"/>
                </a:solidFill>
                <a:latin typeface="+mj-lt"/>
                <a:ea typeface="+mn-lt"/>
                <a:cs typeface="+mn-lt"/>
              </a:endParaRPr>
            </a:p>
            <a:p>
              <a:pPr lvl="2" algn="just">
                <a:lnSpc>
                  <a:spcPct val="200000"/>
                </a:lnSpc>
              </a:pPr>
              <a:endParaRPr lang="en-IN" sz="3200" dirty="0">
                <a:solidFill>
                  <a:schemeClr val="bg1"/>
                </a:solidFill>
                <a:latin typeface="+mj-lt"/>
                <a:ea typeface="+mn-lt"/>
                <a:cs typeface="+mn-lt"/>
              </a:endParaRPr>
            </a:p>
            <a:p>
              <a:pPr lvl="0" eaLnBrk="0" fontAlgn="base" hangingPunct="0">
                <a:lnSpc>
                  <a:spcPct val="20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9D258AD-64A0-BDAC-16E0-FB8021C5291D}"/>
                </a:ext>
              </a:extLst>
            </p:cNvPr>
            <p:cNvSpPr txBox="1"/>
            <p:nvPr/>
          </p:nvSpPr>
          <p:spPr>
            <a:xfrm>
              <a:off x="-96252" y="-45602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099C091-E739-FFDA-7819-185F7F35E29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CCD762A-A552-1B4D-D466-6ABF6A404597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4BF6FCB-1B82-2758-1A6E-D4A02EC55439}"/>
              </a:ext>
            </a:extLst>
          </p:cNvPr>
          <p:cNvSpPr txBox="1"/>
          <p:nvPr/>
        </p:nvSpPr>
        <p:spPr>
          <a:xfrm>
            <a:off x="1477831" y="279580"/>
            <a:ext cx="16647205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9600" dirty="0">
                <a:solidFill>
                  <a:schemeClr val="bg1"/>
                </a:solidFill>
                <a:latin typeface="+mj-lt"/>
              </a:rPr>
              <a:t>Web API Controller Conventions</a:t>
            </a:r>
            <a:endParaRPr lang="en-US" dirty="0">
              <a:solidFill>
                <a:schemeClr val="bg1"/>
              </a:solidFill>
              <a:latin typeface="+mj-lt"/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B2C6E55-23D9-406D-BC3D-A2931A20B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4</a:t>
            </a:fld>
            <a:endParaRPr lang="en-GB" sz="20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4F66E18-34FE-F4EB-69BA-3EEFFE9440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9" y="6064192"/>
            <a:ext cx="7676148" cy="228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255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0D3722-B6F5-25D1-F6B1-D389394F6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602C8C1-1E0B-E06D-58D1-678792C0C9BC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4435A2E-F36B-CB1F-DF94-3919EF1205DF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708C79A-F57D-8072-FA54-AC20DB8F31EA}"/>
              </a:ext>
            </a:extLst>
          </p:cNvPr>
          <p:cNvGrpSpPr/>
          <p:nvPr/>
        </p:nvGrpSpPr>
        <p:grpSpPr>
          <a:xfrm>
            <a:off x="1815524" y="2816320"/>
            <a:ext cx="14656952" cy="7573114"/>
            <a:chOff x="-430453" y="-2171699"/>
            <a:chExt cx="19542604" cy="10097482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90E1FE2-CB8F-BB33-CD1A-08344740DFB6}"/>
                </a:ext>
              </a:extLst>
            </p:cNvPr>
            <p:cNvSpPr txBox="1"/>
            <p:nvPr/>
          </p:nvSpPr>
          <p:spPr>
            <a:xfrm>
              <a:off x="-430453" y="-2171699"/>
              <a:ext cx="19542604" cy="879830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2" algn="just">
                <a:lnSpc>
                  <a:spcPct val="150000"/>
                </a:lnSpc>
              </a:pPr>
              <a:r>
                <a:rPr lang="en-IN" sz="4000" b="1" dirty="0">
                  <a:solidFill>
                    <a:schemeClr val="bg1"/>
                  </a:solidFill>
                  <a:latin typeface="+mj-lt"/>
                </a:rPr>
                <a:t>📝 </a:t>
              </a:r>
              <a:r>
                <a:rPr lang="en-IN" sz="5000" b="1" dirty="0">
                  <a:solidFill>
                    <a:schemeClr val="bg1"/>
                  </a:solidFill>
                  <a:latin typeface="+mj-lt"/>
                </a:rPr>
                <a:t>Naming Conventions</a:t>
              </a:r>
            </a:p>
            <a:p>
              <a:pPr marL="1371600" lvl="2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4000" dirty="0">
                  <a:solidFill>
                    <a:schemeClr val="bg1"/>
                  </a:solidFill>
                  <a:latin typeface="+mj-lt"/>
                  <a:ea typeface="+mn-lt"/>
                  <a:cs typeface="+mn-lt"/>
                </a:rPr>
                <a:t>Controller should end with the Controller suffix.</a:t>
              </a:r>
            </a:p>
            <a:p>
              <a:pPr marL="2800350" lvl="5" indent="-514350" algn="just">
                <a:lnSpc>
                  <a:spcPct val="150000"/>
                </a:lnSpc>
                <a:buFont typeface="+mj-lt"/>
                <a:buAutoNum type="alphaLcPeriod"/>
              </a:pPr>
              <a:r>
                <a:rPr lang="en-IN" sz="4000" dirty="0">
                  <a:solidFill>
                    <a:schemeClr val="bg1"/>
                  </a:solidFill>
                  <a:latin typeface="+mj-lt"/>
                  <a:ea typeface="+mn-lt"/>
                  <a:cs typeface="+mn-lt"/>
                </a:rPr>
                <a:t>Example : ProductController , UserController</a:t>
              </a:r>
            </a:p>
            <a:p>
              <a:pPr marL="1371600" lvl="2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4000" dirty="0">
                  <a:solidFill>
                    <a:schemeClr val="bg1"/>
                  </a:solidFill>
                  <a:latin typeface="+mj-lt"/>
                </a:rPr>
                <a:t>The suffix helps ASP.NET Core identify and register the class as a controller automatically.</a:t>
              </a:r>
            </a:p>
            <a:p>
              <a:pPr marL="1371600" lvl="2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4000" dirty="0">
                  <a:solidFill>
                    <a:schemeClr val="bg1"/>
                  </a:solidFill>
                  <a:latin typeface="+mj-lt"/>
                </a:rPr>
                <a:t>Conventionally placed in the Controllers folder</a:t>
              </a:r>
              <a:endParaRPr lang="en-IN" sz="4000" b="1" dirty="0">
                <a:solidFill>
                  <a:schemeClr val="bg1"/>
                </a:solidFill>
                <a:latin typeface="+mj-lt"/>
                <a:ea typeface="+mn-lt"/>
                <a:cs typeface="+mn-lt"/>
              </a:endParaRPr>
            </a:p>
            <a:p>
              <a:pPr>
                <a:lnSpc>
                  <a:spcPct val="150000"/>
                </a:lnSpc>
              </a:pPr>
              <a:r>
                <a:rPr lang="en-US" sz="4000" b="1" dirty="0">
                  <a:solidFill>
                    <a:schemeClr val="bg1"/>
                  </a:solidFill>
                  <a:latin typeface="+mj-lt"/>
                </a:rPr>
                <a:t>	</a:t>
              </a:r>
              <a:endParaRPr lang="en-IN" sz="40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5D0CEC1-D0A5-43EA-4DF9-68CF0F763ACB}"/>
                </a:ext>
              </a:extLst>
            </p:cNvPr>
            <p:cNvSpPr txBox="1"/>
            <p:nvPr/>
          </p:nvSpPr>
          <p:spPr>
            <a:xfrm>
              <a:off x="125985" y="-593641"/>
              <a:ext cx="18577725" cy="851942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F4D9D643-AF5E-E5C6-1ED7-B09891D1568F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0865A7A-F242-25DC-102E-DE83F5392C93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F9A1B4-6165-C413-E6F6-4635CEDB7E87}"/>
              </a:ext>
            </a:extLst>
          </p:cNvPr>
          <p:cNvSpPr txBox="1"/>
          <p:nvPr/>
        </p:nvSpPr>
        <p:spPr>
          <a:xfrm>
            <a:off x="932448" y="46331"/>
            <a:ext cx="16018610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Controller Conventions in ASP.NET Core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00E04CF-1204-0996-9016-3ADAB124B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5</a:t>
            </a:fld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1680091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DD2A27-19FD-1C9D-D3B3-31C624AAE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1313823-F4DA-1D78-85CB-AB50AA2CD742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8DE0127-10E9-05E2-AB6D-A16F4B31E616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E47F372-A184-CB7A-7816-1AA7FCDE8EB5}"/>
              </a:ext>
            </a:extLst>
          </p:cNvPr>
          <p:cNvGrpSpPr/>
          <p:nvPr/>
        </p:nvGrpSpPr>
        <p:grpSpPr>
          <a:xfrm>
            <a:off x="1496064" y="2816320"/>
            <a:ext cx="15763236" cy="7573114"/>
            <a:chOff x="-856400" y="-2171699"/>
            <a:chExt cx="21017650" cy="10097482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54EFDF4-004F-7E91-00D9-B8F8B2903B00}"/>
                </a:ext>
              </a:extLst>
            </p:cNvPr>
            <p:cNvSpPr txBox="1"/>
            <p:nvPr/>
          </p:nvSpPr>
          <p:spPr>
            <a:xfrm>
              <a:off x="-856400" y="-2171699"/>
              <a:ext cx="21017650" cy="900844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3200" b="1" dirty="0">
                  <a:solidFill>
                    <a:schemeClr val="bg1"/>
                  </a:solidFill>
                </a:rPr>
                <a:t> </a:t>
              </a:r>
              <a:r>
                <a:rPr lang="en-IN" sz="3200" dirty="0">
                  <a:solidFill>
                    <a:schemeClr val="bg1"/>
                  </a:solidFill>
                </a:rPr>
                <a:t>🔁 </a:t>
              </a:r>
              <a:r>
                <a:rPr lang="en-IN" sz="4000" b="1" dirty="0">
                  <a:solidFill>
                    <a:schemeClr val="bg1"/>
                  </a:solidFill>
                </a:rPr>
                <a:t>Convention-Based Routing</a:t>
              </a:r>
            </a:p>
            <a:p>
              <a:pPr marL="457200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200" dirty="0">
                  <a:solidFill>
                    <a:schemeClr val="bg1"/>
                  </a:solidFill>
                </a:rPr>
                <a:t>Prior to attribute routing, ASP.NET Core supported </a:t>
              </a:r>
              <a:r>
                <a:rPr lang="en-US" sz="3200" b="1" dirty="0">
                  <a:solidFill>
                    <a:schemeClr val="bg1"/>
                  </a:solidFill>
                </a:rPr>
                <a:t>convention-based routing</a:t>
              </a:r>
              <a:r>
                <a:rPr lang="en-US" sz="3200" dirty="0">
                  <a:solidFill>
                    <a:schemeClr val="bg1"/>
                  </a:solidFill>
                </a:rPr>
                <a:t>, defined in</a:t>
              </a:r>
            </a:p>
            <a:p>
              <a:pPr>
                <a:lnSpc>
                  <a:spcPct val="150000"/>
                </a:lnSpc>
              </a:pPr>
              <a:r>
                <a:rPr lang="en-US" sz="3200" dirty="0">
                  <a:solidFill>
                    <a:schemeClr val="bg1"/>
                  </a:solidFill>
                </a:rPr>
                <a:t>      Startup.cs or Program.cs  </a:t>
              </a:r>
            </a:p>
            <a:p>
              <a:pPr>
                <a:lnSpc>
                  <a:spcPct val="150000"/>
                </a:lnSpc>
              </a:pPr>
              <a:endParaRPr lang="en-US" sz="3200" dirty="0">
                <a:solidFill>
                  <a:schemeClr val="bg1"/>
                </a:solidFill>
              </a:endParaRPr>
            </a:p>
            <a:p>
              <a:pPr>
                <a:lnSpc>
                  <a:spcPct val="150000"/>
                </a:lnSpc>
              </a:pPr>
              <a:endParaRPr lang="en-US" sz="3200" dirty="0">
                <a:solidFill>
                  <a:schemeClr val="bg1"/>
                </a:solidFill>
              </a:endParaRPr>
            </a:p>
            <a:p>
              <a:pPr>
                <a:lnSpc>
                  <a:spcPct val="150000"/>
                </a:lnSpc>
              </a:pPr>
              <a:endParaRPr lang="en-US" sz="3200" dirty="0">
                <a:solidFill>
                  <a:schemeClr val="bg1"/>
                </a:solidFill>
              </a:endParaRPr>
            </a:p>
            <a:p>
              <a:pPr marL="457200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200" dirty="0">
                  <a:solidFill>
                    <a:schemeClr val="bg1"/>
                  </a:solidFill>
                </a:rPr>
                <a:t>Follows a </a:t>
              </a:r>
              <a:r>
                <a:rPr lang="en-US" sz="3200" b="1" dirty="0">
                  <a:solidFill>
                    <a:schemeClr val="bg1"/>
                  </a:solidFill>
                </a:rPr>
                <a:t>URL pattern</a:t>
              </a:r>
              <a:r>
                <a:rPr lang="en-US" sz="3200" dirty="0">
                  <a:solidFill>
                    <a:schemeClr val="bg1"/>
                  </a:solidFill>
                </a:rPr>
                <a:t> based on controller and action names.</a:t>
              </a:r>
            </a:p>
            <a:p>
              <a:pPr>
                <a:lnSpc>
                  <a:spcPct val="150000"/>
                </a:lnSpc>
              </a:pPr>
              <a:r>
                <a:rPr lang="en-IN" sz="3200" dirty="0">
                  <a:solidFill>
                    <a:schemeClr val="bg1"/>
                  </a:solidFill>
                </a:rPr>
                <a:t>		Example URL:  /Product/GetAll</a:t>
              </a:r>
            </a:p>
            <a:p>
              <a:pPr>
                <a:lnSpc>
                  <a:spcPct val="150000"/>
                </a:lnSpc>
              </a:pPr>
              <a:r>
                <a:rPr lang="en-US" sz="3200" dirty="0">
                  <a:solidFill>
                    <a:schemeClr val="bg1"/>
                  </a:solidFill>
                </a:rPr>
                <a:t>      Now largely replaced by </a:t>
              </a:r>
              <a:r>
                <a:rPr lang="en-US" sz="3200" b="1" dirty="0">
                  <a:solidFill>
                    <a:schemeClr val="bg1"/>
                  </a:solidFill>
                </a:rPr>
                <a:t>attribute routing</a:t>
              </a:r>
              <a:r>
                <a:rPr lang="en-US" sz="3200" dirty="0">
                  <a:solidFill>
                    <a:schemeClr val="bg1"/>
                  </a:solidFill>
                </a:rPr>
                <a:t> for better control and flexibility.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0EE9F70-6F0A-5EE4-C534-371DC07E5197}"/>
                </a:ext>
              </a:extLst>
            </p:cNvPr>
            <p:cNvSpPr txBox="1"/>
            <p:nvPr/>
          </p:nvSpPr>
          <p:spPr>
            <a:xfrm>
              <a:off x="125985" y="-593641"/>
              <a:ext cx="18577725" cy="851942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071F5A23-5326-8AC4-91D4-87FD28479319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F7FB259-E61B-EC7B-60CD-1C9045DE3635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E8EC9B7-B5BB-50D5-8103-588249AB3B9B}"/>
              </a:ext>
            </a:extLst>
          </p:cNvPr>
          <p:cNvSpPr txBox="1"/>
          <p:nvPr/>
        </p:nvSpPr>
        <p:spPr>
          <a:xfrm>
            <a:off x="932448" y="46331"/>
            <a:ext cx="16018610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Controller Conventions in ASP.NET Core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91C7799-4C91-1856-3653-983A9BA64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6</a:t>
            </a:fld>
            <a:endParaRPr lang="en-GB" sz="20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0D194F5-073B-B0A5-5B6B-8C83DF8312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9479" y="5143500"/>
            <a:ext cx="7724273" cy="1957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866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AFDFFE-4245-7225-0A07-A2F037BEC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7668F3B-E191-5309-F68F-878A0709E545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A1B177D-665A-223E-BF37-3ABE52BDBEF5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D78E4CD-DAC4-9F7C-69EB-4ABE82C69940}"/>
              </a:ext>
            </a:extLst>
          </p:cNvPr>
          <p:cNvGrpSpPr/>
          <p:nvPr/>
        </p:nvGrpSpPr>
        <p:grpSpPr>
          <a:xfrm>
            <a:off x="1496064" y="2816320"/>
            <a:ext cx="15763236" cy="7573114"/>
            <a:chOff x="-856400" y="-2171699"/>
            <a:chExt cx="21017650" cy="10097482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CB5FA45-47D0-3FA6-C257-FCD41AB63D4B}"/>
                </a:ext>
              </a:extLst>
            </p:cNvPr>
            <p:cNvSpPr txBox="1"/>
            <p:nvPr/>
          </p:nvSpPr>
          <p:spPr>
            <a:xfrm>
              <a:off x="-856400" y="-2171699"/>
              <a:ext cx="21017650" cy="864441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4000" b="1" dirty="0">
                  <a:solidFill>
                    <a:schemeClr val="bg1"/>
                  </a:solidFill>
                </a:rPr>
                <a:t> </a:t>
              </a:r>
              <a:r>
                <a:rPr lang="en-IN" sz="4500" b="1" dirty="0">
                  <a:solidFill>
                    <a:schemeClr val="bg1"/>
                  </a:solidFill>
                </a:rPr>
                <a:t>🔁 [ApiController] Attribute</a:t>
              </a:r>
            </a:p>
            <a:p>
              <a:pPr marL="571500" indent="-5715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4000" b="1" dirty="0">
                  <a:solidFill>
                    <a:schemeClr val="bg1"/>
                  </a:solidFill>
                </a:rPr>
                <a:t> </a:t>
              </a:r>
              <a:r>
                <a:rPr lang="en-US" sz="4000" dirty="0">
                  <a:solidFill>
                    <a:schemeClr val="bg1"/>
                  </a:solidFill>
                </a:rPr>
                <a:t>Applied to API controller classes to:</a:t>
              </a:r>
            </a:p>
            <a:p>
              <a:pPr marL="1943100" lvl="3" indent="-5715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4000" dirty="0">
                  <a:solidFill>
                    <a:schemeClr val="bg1"/>
                  </a:solidFill>
                </a:rPr>
                <a:t>Enable </a:t>
              </a:r>
              <a:r>
                <a:rPr lang="en-US" sz="4000" b="1" dirty="0">
                  <a:solidFill>
                    <a:schemeClr val="bg1"/>
                  </a:solidFill>
                </a:rPr>
                <a:t>automatic model validation</a:t>
              </a:r>
              <a:endParaRPr lang="en-US" sz="4000" dirty="0">
                <a:solidFill>
                  <a:schemeClr val="bg1"/>
                </a:solidFill>
              </a:endParaRPr>
            </a:p>
            <a:p>
              <a:pPr marL="1943100" lvl="3" indent="-5715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4000" dirty="0">
                  <a:solidFill>
                    <a:schemeClr val="bg1"/>
                  </a:solidFill>
                </a:rPr>
                <a:t>Provide </a:t>
              </a:r>
              <a:r>
                <a:rPr lang="en-US" sz="4000" b="1" dirty="0">
                  <a:solidFill>
                    <a:schemeClr val="bg1"/>
                  </a:solidFill>
                </a:rPr>
                <a:t>problem details responses</a:t>
              </a:r>
              <a:r>
                <a:rPr lang="en-US" sz="4000" dirty="0">
                  <a:solidFill>
                    <a:schemeClr val="bg1"/>
                  </a:solidFill>
                </a:rPr>
                <a:t> by default</a:t>
              </a:r>
            </a:p>
            <a:p>
              <a:pPr marL="1943100" lvl="3" indent="-5715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4000" dirty="0">
                  <a:solidFill>
                    <a:schemeClr val="bg1"/>
                  </a:solidFill>
                </a:rPr>
                <a:t>Simplify parameter binding (e.g., [FromBody] is inferred)</a:t>
              </a:r>
            </a:p>
            <a:p>
              <a:pPr>
                <a:lnSpc>
                  <a:spcPct val="150000"/>
                </a:lnSpc>
              </a:pPr>
              <a:endParaRPr lang="en-IN" sz="4000" b="1" dirty="0">
                <a:solidFill>
                  <a:schemeClr val="bg1"/>
                </a:solidFill>
              </a:endParaRPr>
            </a:p>
            <a:p>
              <a:pPr>
                <a:lnSpc>
                  <a:spcPct val="150000"/>
                </a:lnSpc>
              </a:pPr>
              <a:endParaRPr lang="en-IN" sz="4000" b="1" dirty="0">
                <a:solidFill>
                  <a:schemeClr val="bg1"/>
                </a:solidFill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9D3A4DB-1A22-BCEF-5F3A-6AA319E338DE}"/>
                </a:ext>
              </a:extLst>
            </p:cNvPr>
            <p:cNvSpPr txBox="1"/>
            <p:nvPr/>
          </p:nvSpPr>
          <p:spPr>
            <a:xfrm>
              <a:off x="125985" y="-593641"/>
              <a:ext cx="18577725" cy="851942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6D6E9FE3-BAC5-29AA-71C4-D1649DBB2FA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081E36C-9974-C242-CB2B-87D7EF4AA270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30E7D30-5A70-CD18-171C-230A353083E8}"/>
              </a:ext>
            </a:extLst>
          </p:cNvPr>
          <p:cNvSpPr txBox="1"/>
          <p:nvPr/>
        </p:nvSpPr>
        <p:spPr>
          <a:xfrm>
            <a:off x="932448" y="46331"/>
            <a:ext cx="16018610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Controller Conventions in ASP.NET Core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84219B47-B610-2172-F2E2-2928A12CB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7</a:t>
            </a:fld>
            <a:endParaRPr lang="en-GB" sz="20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04CFBA9-091B-6AE1-D9C5-80B3DB5D31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1749" y="7622698"/>
            <a:ext cx="9760504" cy="170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940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359824-B3A5-2D4B-0E48-CA34B95AD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0B4E624-E02D-EF8A-D933-0C728A380284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93EA1B8-6D60-E6A4-554E-E9C60B58EC67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A43F5B0-1F47-B6B3-D975-68184BD41872}"/>
              </a:ext>
            </a:extLst>
          </p:cNvPr>
          <p:cNvGrpSpPr/>
          <p:nvPr/>
        </p:nvGrpSpPr>
        <p:grpSpPr>
          <a:xfrm>
            <a:off x="1496064" y="2436747"/>
            <a:ext cx="15763236" cy="7951886"/>
            <a:chOff x="-856400" y="-2677796"/>
            <a:chExt cx="21017650" cy="1060251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FF0E041-E4F0-2C05-7ADB-C653CD99ADAC}"/>
                </a:ext>
              </a:extLst>
            </p:cNvPr>
            <p:cNvSpPr txBox="1"/>
            <p:nvPr/>
          </p:nvSpPr>
          <p:spPr>
            <a:xfrm>
              <a:off x="-856400" y="-2677796"/>
              <a:ext cx="21017650" cy="105840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3200" b="1" dirty="0">
                  <a:solidFill>
                    <a:schemeClr val="bg1"/>
                  </a:solidFill>
                </a:rPr>
                <a:t> </a:t>
              </a:r>
              <a:r>
                <a:rPr lang="en-US" altLang="en-US" sz="3200" dirty="0">
                  <a:solidFill>
                    <a:schemeClr val="bg1"/>
                  </a:solidFill>
                  <a:latin typeface="Arial" panose="020B0604020202020204" pitchFamily="34" charset="0"/>
                </a:rPr>
                <a:t>🧭 </a:t>
              </a:r>
              <a:r>
                <a:rPr lang="en-US" altLang="en-US" sz="3800" b="1" dirty="0">
                  <a:solidFill>
                    <a:schemeClr val="bg1"/>
                  </a:solidFill>
                  <a:latin typeface="+mj-lt"/>
                </a:rPr>
                <a:t>Routing with [Route] and HTTP Verb Attributes</a:t>
              </a:r>
            </a:p>
            <a:p>
              <a:pPr>
                <a:lnSpc>
                  <a:spcPct val="150000"/>
                </a:lnSpc>
              </a:pPr>
              <a:r>
                <a:rPr lang="en-IN" sz="3200" dirty="0">
                  <a:solidFill>
                    <a:schemeClr val="bg1"/>
                  </a:solidFill>
                </a:rPr>
                <a:t>Attribute routing defines </a:t>
              </a:r>
              <a:r>
                <a:rPr lang="en-IN" sz="3200" b="1" dirty="0">
                  <a:solidFill>
                    <a:schemeClr val="bg1"/>
                  </a:solidFill>
                </a:rPr>
                <a:t>explicit routes</a:t>
              </a:r>
              <a:r>
                <a:rPr lang="en-IN" sz="3200" dirty="0">
                  <a:solidFill>
                    <a:schemeClr val="bg1"/>
                  </a:solidFill>
                </a:rPr>
                <a:t> on controllers and actions:</a:t>
              </a:r>
            </a:p>
            <a:p>
              <a:pPr>
                <a:lnSpc>
                  <a:spcPct val="150000"/>
                </a:lnSpc>
              </a:pPr>
              <a:endParaRPr lang="en-IN" altLang="en-US" sz="3200" dirty="0">
                <a:solidFill>
                  <a:schemeClr val="bg1"/>
                </a:solidFill>
              </a:endParaRPr>
            </a:p>
            <a:p>
              <a:pPr>
                <a:lnSpc>
                  <a:spcPct val="150000"/>
                </a:lnSpc>
              </a:pPr>
              <a:endParaRPr lang="en-IN" altLang="en-US" sz="3200" dirty="0">
                <a:solidFill>
                  <a:schemeClr val="bg1"/>
                </a:solidFill>
              </a:endParaRPr>
            </a:p>
            <a:p>
              <a:pPr>
                <a:lnSpc>
                  <a:spcPct val="150000"/>
                </a:lnSpc>
              </a:pPr>
              <a:endParaRPr lang="en-IN" altLang="en-US" sz="3200" dirty="0">
                <a:solidFill>
                  <a:schemeClr val="bg1"/>
                </a:solidFill>
              </a:endParaRPr>
            </a:p>
            <a:p>
              <a:pPr>
                <a:lnSpc>
                  <a:spcPct val="150000"/>
                </a:lnSpc>
              </a:pPr>
              <a:endParaRPr lang="en-IN" altLang="en-US" sz="3200" dirty="0">
                <a:solidFill>
                  <a:schemeClr val="bg1"/>
                </a:solidFill>
              </a:endParaRPr>
            </a:p>
            <a:p>
              <a:pPr>
                <a:lnSpc>
                  <a:spcPct val="150000"/>
                </a:lnSpc>
              </a:pPr>
              <a:endParaRPr lang="en-IN" altLang="en-US" sz="3200" dirty="0">
                <a:solidFill>
                  <a:schemeClr val="bg1"/>
                </a:solidFill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200" dirty="0">
                  <a:solidFill>
                    <a:schemeClr val="bg1"/>
                  </a:solidFill>
                  <a:latin typeface="Arial" panose="020B0604020202020204" pitchFamily="34" charset="0"/>
                </a:rPr>
                <a:t>Common attributes:</a:t>
              </a:r>
            </a:p>
            <a:p>
              <a:pPr lvl="2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200" dirty="0">
                  <a:solidFill>
                    <a:schemeClr val="bg1"/>
                  </a:solidFill>
                  <a:latin typeface="Arial Unicode MS"/>
                </a:rPr>
                <a:t>[HttpGet]</a:t>
              </a:r>
              <a:r>
                <a:rPr lang="en-US" altLang="en-US" sz="3200" dirty="0">
                  <a:solidFill>
                    <a:schemeClr val="bg1"/>
                  </a:solidFill>
                </a:rPr>
                <a:t>, </a:t>
              </a:r>
              <a:r>
                <a:rPr lang="en-US" altLang="en-US" sz="3200" dirty="0">
                  <a:solidFill>
                    <a:schemeClr val="bg1"/>
                  </a:solidFill>
                  <a:latin typeface="Arial Unicode MS"/>
                </a:rPr>
                <a:t>[HttpPost]</a:t>
              </a:r>
              <a:r>
                <a:rPr lang="en-US" altLang="en-US" sz="3200" dirty="0">
                  <a:solidFill>
                    <a:schemeClr val="bg1"/>
                  </a:solidFill>
                </a:rPr>
                <a:t>, </a:t>
              </a:r>
              <a:r>
                <a:rPr lang="en-US" altLang="en-US" sz="3200" dirty="0">
                  <a:solidFill>
                    <a:schemeClr val="bg1"/>
                  </a:solidFill>
                  <a:latin typeface="Arial Unicode MS"/>
                </a:rPr>
                <a:t>[HttpPut]</a:t>
              </a:r>
              <a:r>
                <a:rPr lang="en-US" altLang="en-US" sz="3200" dirty="0">
                  <a:solidFill>
                    <a:schemeClr val="bg1"/>
                  </a:solidFill>
                </a:rPr>
                <a:t>, </a:t>
              </a:r>
              <a:r>
                <a:rPr lang="en-US" altLang="en-US" sz="3200" dirty="0">
                  <a:solidFill>
                    <a:schemeClr val="bg1"/>
                  </a:solidFill>
                  <a:latin typeface="Arial Unicode MS"/>
                </a:rPr>
                <a:t>[HttpDelete]</a:t>
              </a:r>
              <a:endParaRPr lang="en-US" altLang="en-US" sz="3200" dirty="0">
                <a:solidFill>
                  <a:schemeClr val="bg1"/>
                </a:solidFill>
              </a:endParaRPr>
            </a:p>
            <a:p>
              <a:pPr lvl="2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200" dirty="0">
                  <a:solidFill>
                    <a:schemeClr val="bg1"/>
                  </a:solidFill>
                  <a:latin typeface="Arial Unicode MS"/>
                </a:rPr>
                <a:t>[Route("path")]</a:t>
              </a:r>
              <a:r>
                <a:rPr lang="en-US" altLang="en-US" sz="3200" dirty="0">
                  <a:solidFill>
                    <a:schemeClr val="bg1"/>
                  </a:solidFill>
                </a:rPr>
                <a:t>: Customize route at method or class level</a:t>
              </a:r>
              <a:endParaRPr lang="en-US" altLang="en-US" sz="3200" dirty="0">
                <a:solidFill>
                  <a:schemeClr val="bg1"/>
                </a:solidFill>
                <a:latin typeface="Arial" panose="020B0604020202020204" pitchFamily="34" charset="0"/>
              </a:endParaRPr>
            </a:p>
            <a:p>
              <a:pPr lvl="2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200" dirty="0">
                  <a:solidFill>
                    <a:schemeClr val="bg1"/>
                  </a:solidFill>
                  <a:latin typeface="Arial" panose="020B0604020202020204" pitchFamily="34" charset="0"/>
                </a:rPr>
                <a:t>Supports route parameters like </a:t>
              </a:r>
              <a:r>
                <a:rPr lang="en-US" altLang="en-US" sz="3200" dirty="0">
                  <a:solidFill>
                    <a:schemeClr val="bg1"/>
                  </a:solidFill>
                  <a:latin typeface="Arial Unicode MS"/>
                </a:rPr>
                <a:t>{id}</a:t>
              </a:r>
              <a:endParaRPr lang="en-US" altLang="en-US" sz="3200" dirty="0">
                <a:solidFill>
                  <a:schemeClr val="bg1"/>
                </a:solidFill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1036963-A7DC-8B11-E471-55D0E4F98D69}"/>
                </a:ext>
              </a:extLst>
            </p:cNvPr>
            <p:cNvSpPr txBox="1"/>
            <p:nvPr/>
          </p:nvSpPr>
          <p:spPr>
            <a:xfrm>
              <a:off x="165316" y="-594710"/>
              <a:ext cx="18577724" cy="851942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42654E5C-6771-96C8-81D5-58042EC3ED81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D9AC22E-2E15-14E8-B28B-846E74183562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1D9B92A-CEB4-FB29-7823-351CCE06C5A5}"/>
              </a:ext>
            </a:extLst>
          </p:cNvPr>
          <p:cNvSpPr txBox="1"/>
          <p:nvPr/>
        </p:nvSpPr>
        <p:spPr>
          <a:xfrm>
            <a:off x="932448" y="46331"/>
            <a:ext cx="16018610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Controller Conventions in ASP.NET Core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64624B5-35D3-53CB-03C0-6B4E0647B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8</a:t>
            </a:fld>
            <a:endParaRPr lang="en-GB" sz="20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230AADD-D406-1433-1178-E74C6F4181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6503" y="4179351"/>
            <a:ext cx="8373979" cy="3291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371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C13E11-91D7-51BB-393F-8CDAE7395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A208DF8-33D0-A911-2D28-D70E5485ED04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6088BBC-A15C-E4D7-B2EC-7C0FAD141D52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8993745-DDC5-CC72-B03D-2854EC25AD54}"/>
              </a:ext>
            </a:extLst>
          </p:cNvPr>
          <p:cNvGrpSpPr/>
          <p:nvPr/>
        </p:nvGrpSpPr>
        <p:grpSpPr>
          <a:xfrm>
            <a:off x="1477831" y="2023644"/>
            <a:ext cx="15781469" cy="8309967"/>
            <a:chOff x="-1929810" y="-3484505"/>
            <a:chExt cx="21041960" cy="14233994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87B441D-7DC7-F2A6-CF16-65CA67C9F758}"/>
                </a:ext>
              </a:extLst>
            </p:cNvPr>
            <p:cNvSpPr txBox="1"/>
            <p:nvPr/>
          </p:nvSpPr>
          <p:spPr>
            <a:xfrm>
              <a:off x="-1929810" y="-3484505"/>
              <a:ext cx="21041960" cy="142339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000" b="1" dirty="0">
                  <a:solidFill>
                    <a:schemeClr val="bg1"/>
                  </a:solidFill>
                  <a:latin typeface="+mj-lt"/>
                </a:rPr>
                <a:t>📥 Create – POST</a:t>
              </a:r>
            </a:p>
            <a:p>
              <a:pPr marL="914400" lvl="1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000" b="1" dirty="0">
                  <a:solidFill>
                    <a:schemeClr val="bg1"/>
                  </a:solidFill>
                  <a:latin typeface="+mj-lt"/>
                </a:rPr>
                <a:t>Used to add a new resource</a:t>
              </a:r>
              <a:endParaRPr lang="en-US" altLang="en-US" sz="3000" dirty="0">
                <a:solidFill>
                  <a:schemeClr val="bg1"/>
                </a:solidFill>
                <a:latin typeface="+mj-lt"/>
              </a:endParaRPr>
            </a:p>
            <a:p>
              <a:pPr marL="914400" lvl="1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000" dirty="0">
                  <a:solidFill>
                    <a:schemeClr val="bg1"/>
                  </a:solidFill>
                  <a:latin typeface="+mj-lt"/>
                </a:rPr>
                <a:t>Accepts data in the request body (usually JSON)</a:t>
              </a:r>
            </a:p>
            <a:p>
              <a:pPr marL="914400" lvl="1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IN" sz="3000" dirty="0">
                  <a:solidFill>
                    <a:schemeClr val="bg1"/>
                  </a:solidFill>
                  <a:latin typeface="+mj-lt"/>
                </a:rPr>
                <a:t>Returns  201 Created with the new resource or location</a:t>
              </a:r>
            </a:p>
            <a:p>
              <a:pPr marL="914400" lvl="1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endParaRPr lang="en-IN" sz="3000" dirty="0">
                <a:solidFill>
                  <a:schemeClr val="bg1"/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000" b="1" dirty="0">
                  <a:solidFill>
                    <a:schemeClr val="bg1"/>
                  </a:solidFill>
                  <a:latin typeface="+mj-lt"/>
                </a:rPr>
                <a:t>📤 Read – GET</a:t>
              </a:r>
            </a:p>
            <a:p>
              <a:pPr marL="914400" lvl="1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000" b="1" dirty="0">
                  <a:solidFill>
                    <a:schemeClr val="bg1"/>
                  </a:solidFill>
                  <a:latin typeface="+mj-lt"/>
                </a:rPr>
                <a:t>Used to retrieve resource(s)</a:t>
              </a:r>
              <a:endParaRPr lang="en-US" altLang="en-US" sz="3000" dirty="0">
                <a:solidFill>
                  <a:schemeClr val="bg1"/>
                </a:solidFill>
                <a:latin typeface="+mj-lt"/>
              </a:endParaRPr>
            </a:p>
            <a:p>
              <a:pPr marL="914400" lvl="1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000" dirty="0">
                  <a:solidFill>
                    <a:schemeClr val="bg1"/>
                  </a:solidFill>
                  <a:latin typeface="+mj-lt"/>
                </a:rPr>
                <a:t>Can return a single item or a list</a:t>
              </a:r>
            </a:p>
            <a:p>
              <a:pPr marL="914400" lvl="1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000" dirty="0">
                  <a:solidFill>
                    <a:schemeClr val="bg1"/>
                  </a:solidFill>
                  <a:latin typeface="+mj-lt"/>
                </a:rPr>
                <a:t>Returns 200 OK with data or 404 Not Found if missing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000" dirty="0">
                <a:solidFill>
                  <a:schemeClr val="bg1"/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000" b="1" dirty="0">
                  <a:solidFill>
                    <a:schemeClr val="bg1"/>
                  </a:solidFill>
                  <a:latin typeface="+mj-lt"/>
                </a:rPr>
                <a:t>🔁 Update – PUT or PATCH</a:t>
              </a:r>
            </a:p>
            <a:p>
              <a:pPr marL="914400" lvl="1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000" b="1" dirty="0">
                  <a:solidFill>
                    <a:schemeClr val="bg1"/>
                  </a:solidFill>
                  <a:latin typeface="+mj-lt"/>
                </a:rPr>
                <a:t>PUT</a:t>
              </a:r>
              <a:r>
                <a:rPr lang="en-US" altLang="en-US" sz="3000" dirty="0">
                  <a:solidFill>
                    <a:schemeClr val="bg1"/>
                  </a:solidFill>
                  <a:latin typeface="+mj-lt"/>
                </a:rPr>
                <a:t>: Replaces the entire resource</a:t>
              </a:r>
            </a:p>
            <a:p>
              <a:pPr marL="914400" lvl="1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000" b="1" dirty="0">
                  <a:solidFill>
                    <a:schemeClr val="bg1"/>
                  </a:solidFill>
                  <a:latin typeface="+mj-lt"/>
                </a:rPr>
                <a:t>PATCH</a:t>
              </a:r>
              <a:r>
                <a:rPr lang="en-US" altLang="en-US" sz="3000" dirty="0">
                  <a:solidFill>
                    <a:schemeClr val="bg1"/>
                  </a:solidFill>
                  <a:latin typeface="+mj-lt"/>
                </a:rPr>
                <a:t>: Partially updates the resource</a:t>
              </a:r>
            </a:p>
            <a:p>
              <a:pPr marL="914400" lvl="1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000" dirty="0">
                  <a:solidFill>
                    <a:schemeClr val="bg1"/>
                  </a:solidFill>
                  <a:latin typeface="+mj-lt"/>
                </a:rPr>
                <a:t>Returns 204 No Content or 200 OK on success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3000" dirty="0">
                <a:solidFill>
                  <a:schemeClr val="bg1"/>
                </a:solidFill>
                <a:latin typeface="+mj-lt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000" b="1" dirty="0">
                  <a:solidFill>
                    <a:schemeClr val="bg1"/>
                  </a:solidFill>
                  <a:latin typeface="+mj-lt"/>
                </a:rPr>
                <a:t>🗑️ Delete – DELETE</a:t>
              </a:r>
            </a:p>
            <a:p>
              <a:pPr marL="914400" lvl="1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000" b="1" dirty="0">
                  <a:solidFill>
                    <a:schemeClr val="bg1"/>
                  </a:solidFill>
                  <a:latin typeface="+mj-lt"/>
                </a:rPr>
                <a:t>Used to remove a resource</a:t>
              </a:r>
              <a:endParaRPr lang="en-US" altLang="en-US" sz="3000" dirty="0">
                <a:solidFill>
                  <a:schemeClr val="bg1"/>
                </a:solidFill>
                <a:latin typeface="+mj-lt"/>
              </a:endParaRPr>
            </a:p>
            <a:p>
              <a:pPr marL="914400" lvl="1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000" dirty="0">
                  <a:solidFill>
                    <a:schemeClr val="bg1"/>
                  </a:solidFill>
                  <a:latin typeface="+mj-lt"/>
                </a:rPr>
                <a:t>Returns 204 No Content or 404 Not Found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CF1CAED-5D16-9199-0B16-CD7CD2A2A57D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85D83F16-E3A3-E4AC-C172-3897C3756A3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97B3155-9CC7-7E95-EA14-5A726F8570E9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368CFA-B0D8-314E-B6FB-1538CBA04A86}"/>
              </a:ext>
            </a:extLst>
          </p:cNvPr>
          <p:cNvSpPr txBox="1"/>
          <p:nvPr/>
        </p:nvSpPr>
        <p:spPr>
          <a:xfrm>
            <a:off x="1914457" y="448547"/>
            <a:ext cx="15132853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CRUD Operations in Web API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D46DB02-7BCC-B5B4-E2D3-40EA12F93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9</a:t>
            </a:fld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2315145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0EFA93-C7C0-290A-B8CC-30EDD6C5F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BF952ED-FF07-D856-7D9C-3C3CA1F3338C}"/>
              </a:ext>
            </a:extLst>
          </p:cNvPr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3FA41F5-2EB7-5769-C0E0-5ED6B6ADCB39}"/>
              </a:ext>
            </a:extLst>
          </p:cNvPr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363F986B-B9D7-2639-6F98-2E2E38CB01C2}"/>
              </a:ext>
            </a:extLst>
          </p:cNvPr>
          <p:cNvGrpSpPr/>
          <p:nvPr/>
        </p:nvGrpSpPr>
        <p:grpSpPr>
          <a:xfrm>
            <a:off x="1828800" y="1789308"/>
            <a:ext cx="15687677" cy="7453579"/>
            <a:chOff x="-1352646" y="-3331855"/>
            <a:chExt cx="19426653" cy="9938102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00B059D-4176-217A-FB63-9A2AE647E6BA}"/>
                </a:ext>
              </a:extLst>
            </p:cNvPr>
            <p:cNvSpPr txBox="1"/>
            <p:nvPr/>
          </p:nvSpPr>
          <p:spPr>
            <a:xfrm>
              <a:off x="-1352646" y="-3331855"/>
              <a:ext cx="19426653" cy="993810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IN" sz="3200" b="1" dirty="0">
                  <a:solidFill>
                    <a:schemeClr val="bg1"/>
                  </a:solidFill>
                  <a:latin typeface="+mj-lt"/>
                </a:rPr>
                <a:t>✅ What </a:t>
              </a:r>
              <a:r>
                <a:rPr lang="fr-FR" sz="3200" b="1" dirty="0">
                  <a:solidFill>
                    <a:schemeClr val="bg1"/>
                  </a:solidFill>
                  <a:latin typeface="+mj-lt"/>
                </a:rPr>
                <a:t>Attribute Routing vs Conventional Routing</a:t>
              </a:r>
            </a:p>
            <a:p>
              <a:pPr>
                <a:lnSpc>
                  <a:spcPct val="150000"/>
                </a:lnSpc>
              </a:pPr>
              <a:r>
                <a:rPr lang="en-US" sz="3200" b="1" dirty="0">
                  <a:solidFill>
                    <a:schemeClr val="bg1"/>
                  </a:solidFill>
                  <a:latin typeface="+mj-lt"/>
                </a:rPr>
                <a:t>🟢 Attribute Routing</a:t>
              </a:r>
              <a:endParaRPr lang="en-US" sz="3200" dirty="0">
                <a:solidFill>
                  <a:schemeClr val="bg1"/>
                </a:solidFill>
                <a:latin typeface="+mj-lt"/>
              </a:endParaRPr>
            </a:p>
            <a:p>
              <a:pPr marL="914400" lvl="1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200" dirty="0">
                  <a:solidFill>
                    <a:schemeClr val="bg1"/>
                  </a:solidFill>
                  <a:latin typeface="+mj-lt"/>
                </a:rPr>
                <a:t>Defined directly on controller and action methods using  [Route] ,[HttpGet], [HttpPost] etc.</a:t>
              </a:r>
            </a:p>
            <a:p>
              <a:pPr marL="914400" lvl="1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200" dirty="0">
                  <a:solidFill>
                    <a:schemeClr val="bg1"/>
                  </a:solidFill>
                  <a:latin typeface="+mj-lt"/>
                </a:rPr>
                <a:t>Offers more control and readability</a:t>
              </a:r>
            </a:p>
            <a:p>
              <a:pPr algn="just">
                <a:lnSpc>
                  <a:spcPts val="3600"/>
                </a:lnSpc>
              </a:pPr>
              <a:endParaRPr lang="fr-FR" sz="3200" b="1" dirty="0">
                <a:solidFill>
                  <a:schemeClr val="bg1"/>
                </a:solidFill>
                <a:latin typeface="+mj-lt"/>
              </a:endParaRPr>
            </a:p>
            <a:p>
              <a:pPr algn="just">
                <a:lnSpc>
                  <a:spcPct val="150000"/>
                </a:lnSpc>
              </a:pPr>
              <a:r>
                <a:rPr lang="en-US" altLang="en-US" sz="3200" b="1" dirty="0">
                  <a:solidFill>
                    <a:schemeClr val="bg1"/>
                  </a:solidFill>
                  <a:latin typeface="+mj-lt"/>
                </a:rPr>
                <a:t>🔵 Conventional Routing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3200" dirty="0">
                  <a:solidFill>
                    <a:schemeClr val="bg1"/>
                  </a:solidFill>
                </a:rPr>
                <a:t>Defined globally in  StartUp.cs and Program.cs</a:t>
              </a:r>
              <a:endParaRPr lang="en-US" altLang="en-US" sz="3200" dirty="0">
                <a:solidFill>
                  <a:schemeClr val="bg1"/>
                </a:solidFill>
                <a:latin typeface="+mj-lt"/>
              </a:endParaRPr>
            </a:p>
            <a:p>
              <a:pPr algn="just">
                <a:lnSpc>
                  <a:spcPts val="3600"/>
                </a:lnSpc>
              </a:pPr>
              <a:endParaRPr lang="fr-FR" sz="3200" b="1" dirty="0">
                <a:solidFill>
                  <a:schemeClr val="bg1"/>
                </a:solidFill>
                <a:latin typeface="+mj-lt"/>
              </a:endParaRPr>
            </a:p>
            <a:p>
              <a:pPr lvl="2" algn="just">
                <a:lnSpc>
                  <a:spcPct val="150000"/>
                </a:lnSpc>
              </a:pPr>
              <a:r>
                <a:rPr lang="en-IN" sz="3200" dirty="0">
                  <a:solidFill>
                    <a:schemeClr val="bg1"/>
                  </a:solidFill>
                </a:rPr>
                <a:t>✅ </a:t>
              </a:r>
              <a:r>
                <a:rPr lang="en-US" sz="3200" b="1" dirty="0">
                  <a:solidFill>
                    <a:schemeClr val="bg1"/>
                  </a:solidFill>
                </a:rPr>
                <a:t>Web APIs typically use Attribute Routing</a:t>
              </a:r>
              <a:r>
                <a:rPr lang="en-US" sz="3200" dirty="0">
                  <a:solidFill>
                    <a:schemeClr val="bg1"/>
                  </a:solidFill>
                </a:rPr>
                <a:t> for clarity and RESTful structure</a:t>
              </a:r>
              <a:endParaRPr lang="en-US" sz="3200" b="1" dirty="0">
                <a:solidFill>
                  <a:schemeClr val="bg1"/>
                </a:solidFill>
                <a:latin typeface="+mj-lt"/>
                <a:ea typeface="Calibri"/>
                <a:cs typeface="Calibri"/>
              </a:endParaRPr>
            </a:p>
            <a:p>
              <a:pPr marL="1371600" lvl="2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GB" sz="3000" b="1" dirty="0">
                <a:solidFill>
                  <a:schemeClr val="bg1"/>
                </a:solidFill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24E6E84-98C5-DBD2-7B68-668EB2157A64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19AD13DA-7A8E-BE84-9266-410D963419DA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9F666ED-E6CC-CBEA-AC9A-15194D97D444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031F41E-A525-2A45-5ED0-D6AD9902663F}"/>
              </a:ext>
            </a:extLst>
          </p:cNvPr>
          <p:cNvSpPr txBox="1"/>
          <p:nvPr/>
        </p:nvSpPr>
        <p:spPr>
          <a:xfrm>
            <a:off x="1034010" y="162788"/>
            <a:ext cx="17253989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API Routing and HTTP Methods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95CA1941-B8D8-7446-3E13-652C097F375C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E08257F-B16F-6FA6-C66D-218A5FD88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10</a:t>
            </a:fld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2349127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2D8361-9DC4-A6BB-92BD-4675F9651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FF7FC23-48D3-274A-2961-EF7C3A3CC837}"/>
              </a:ext>
            </a:extLst>
          </p:cNvPr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DE5BD4A-84A4-8CA8-B5E4-ADD592284831}"/>
              </a:ext>
            </a:extLst>
          </p:cNvPr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9BD42B98-2BEC-8781-DA30-BE3A9C6CDB18}"/>
              </a:ext>
            </a:extLst>
          </p:cNvPr>
          <p:cNvGrpSpPr/>
          <p:nvPr/>
        </p:nvGrpSpPr>
        <p:grpSpPr>
          <a:xfrm>
            <a:off x="1195551" y="1837142"/>
            <a:ext cx="15687677" cy="2162621"/>
            <a:chOff x="-1352646" y="-2177214"/>
            <a:chExt cx="19426653" cy="2883494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85C7195-EC8B-61D5-D75A-CF1FDE23742E}"/>
                </a:ext>
              </a:extLst>
            </p:cNvPr>
            <p:cNvSpPr txBox="1"/>
            <p:nvPr/>
          </p:nvSpPr>
          <p:spPr>
            <a:xfrm>
              <a:off x="-1352646" y="-2177214"/>
              <a:ext cx="19426653" cy="6155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600"/>
                </a:lnSpc>
              </a:pPr>
              <a:endParaRPr lang="en-US" sz="3200" dirty="0">
                <a:solidFill>
                  <a:schemeClr val="bg1"/>
                </a:solidFill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ED56E7B-7AB6-0A34-F8A9-A7D69DB9C0DA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BDC25113-77B9-DC3B-B79F-72CA7738F05C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46DB4F4-6B2C-9B07-BE3D-F9DD4654820C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B1F4B0E-9F4A-5099-5B2D-9CBB30442A2E}"/>
              </a:ext>
            </a:extLst>
          </p:cNvPr>
          <p:cNvSpPr txBox="1"/>
          <p:nvPr/>
        </p:nvSpPr>
        <p:spPr>
          <a:xfrm>
            <a:off x="1034011" y="201236"/>
            <a:ext cx="17253989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Example Rotes(MeterInfo API)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DDBF70B5-75D7-373B-3E6B-0E80828DB1C1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F4994CD-F4B6-0F3E-A909-4750750EA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11</a:t>
            </a:fld>
            <a:endParaRPr lang="en-GB" sz="200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AA771E5-91A4-53C0-06B0-A4D7CBBB2A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365859"/>
              </p:ext>
            </p:extLst>
          </p:nvPr>
        </p:nvGraphicFramePr>
        <p:xfrm>
          <a:off x="2287858" y="2362381"/>
          <a:ext cx="14052471" cy="689517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684157">
                  <a:extLst>
                    <a:ext uri="{9D8B030D-6E8A-4147-A177-3AD203B41FA5}">
                      <a16:colId xmlns:a16="http://schemas.microsoft.com/office/drawing/2014/main" val="2785301305"/>
                    </a:ext>
                  </a:extLst>
                </a:gridCol>
                <a:gridCol w="4684157">
                  <a:extLst>
                    <a:ext uri="{9D8B030D-6E8A-4147-A177-3AD203B41FA5}">
                      <a16:colId xmlns:a16="http://schemas.microsoft.com/office/drawing/2014/main" val="923525769"/>
                    </a:ext>
                  </a:extLst>
                </a:gridCol>
                <a:gridCol w="4684157">
                  <a:extLst>
                    <a:ext uri="{9D8B030D-6E8A-4147-A177-3AD203B41FA5}">
                      <a16:colId xmlns:a16="http://schemas.microsoft.com/office/drawing/2014/main" val="3835578948"/>
                    </a:ext>
                  </a:extLst>
                </a:gridCol>
              </a:tblGrid>
              <a:tr h="1149195">
                <a:tc>
                  <a:txBody>
                    <a:bodyPr/>
                    <a:lstStyle/>
                    <a:p>
                      <a:r>
                        <a:rPr lang="en-IN" sz="3200" dirty="0"/>
                        <a:t>HTTP 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Endpoint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921352"/>
                  </a:ext>
                </a:extLst>
              </a:tr>
              <a:tr h="1149195">
                <a:tc>
                  <a:txBody>
                    <a:bodyPr/>
                    <a:lstStyle/>
                    <a:p>
                      <a:r>
                        <a:rPr lang="en-IN" sz="3200" dirty="0"/>
                        <a:t>GET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/api/meterinfo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Get all meter records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2226430"/>
                  </a:ext>
                </a:extLst>
              </a:tr>
              <a:tr h="1149195">
                <a:tc>
                  <a:txBody>
                    <a:bodyPr/>
                    <a:lstStyle/>
                    <a:p>
                      <a:r>
                        <a:rPr lang="en-IN" sz="3200" dirty="0"/>
                        <a:t>GET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200" dirty="0"/>
                        <a:t>/api/meterinfo/{id}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Get a specific meter by ID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5588926"/>
                  </a:ext>
                </a:extLst>
              </a:tr>
              <a:tr h="1149195">
                <a:tc>
                  <a:txBody>
                    <a:bodyPr/>
                    <a:lstStyle/>
                    <a:p>
                      <a:r>
                        <a:rPr lang="en-IN" sz="3200" dirty="0"/>
                        <a:t>POST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200" dirty="0"/>
                        <a:t>/api/meterinfo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Create a new meter record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4383944"/>
                  </a:ext>
                </a:extLst>
              </a:tr>
              <a:tr h="1149195">
                <a:tc>
                  <a:txBody>
                    <a:bodyPr/>
                    <a:lstStyle/>
                    <a:p>
                      <a:r>
                        <a:rPr lang="en-IN" sz="3200" dirty="0"/>
                        <a:t>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200" dirty="0"/>
                        <a:t>/api/meterinfo/{id}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Update an existing meter record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936414"/>
                  </a:ext>
                </a:extLst>
              </a:tr>
              <a:tr h="1149195">
                <a:tc>
                  <a:txBody>
                    <a:bodyPr/>
                    <a:lstStyle/>
                    <a:p>
                      <a:r>
                        <a:rPr lang="en-IN" sz="3200" dirty="0"/>
                        <a:t>Delete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200" dirty="0"/>
                        <a:t>/api/meterinfo/{id}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Delete a meter by ID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1006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1621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F4B21C-103B-D09B-0C36-D9BEE37CB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2B40D5A-ACE0-349A-3464-74475C843E13}"/>
              </a:ext>
            </a:extLst>
          </p:cNvPr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1A8A932-1FAD-227C-A00B-4469EC03FECB}"/>
              </a:ext>
            </a:extLst>
          </p:cNvPr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4E3313E-71D9-F5F7-A130-E8056F0DF651}"/>
              </a:ext>
            </a:extLst>
          </p:cNvPr>
          <p:cNvSpPr txBox="1"/>
          <p:nvPr/>
        </p:nvSpPr>
        <p:spPr>
          <a:xfrm>
            <a:off x="2262351" y="1853890"/>
            <a:ext cx="15687677" cy="96234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3200" dirty="0">
                <a:solidFill>
                  <a:schemeClr val="bg1"/>
                </a:solidFill>
              </a:rPr>
              <a:t>🖥️</a:t>
            </a:r>
            <a:r>
              <a:rPr lang="en-IN" sz="4000" b="1" dirty="0">
                <a:solidFill>
                  <a:schemeClr val="bg1"/>
                </a:solidFill>
              </a:rPr>
              <a:t>What is Model Binding?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800" dirty="0">
                <a:solidFill>
                  <a:schemeClr val="bg1"/>
                </a:solidFill>
              </a:rPr>
              <a:t>Model Binding automatically maps incoming HTTP request data (e.g., JSON, query strings, route values) to C# objects or parameters.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800" dirty="0">
                <a:solidFill>
                  <a:schemeClr val="bg1"/>
                </a:solidFill>
              </a:rPr>
              <a:t>Simplifies controller logic by handling parsing and conversion.</a:t>
            </a:r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🎯 </a:t>
            </a:r>
            <a:r>
              <a:rPr lang="en-US" sz="4000" b="1" dirty="0">
                <a:solidFill>
                  <a:schemeClr val="bg1"/>
                </a:solidFill>
              </a:rPr>
              <a:t>Binding Data from Requests</a:t>
            </a:r>
          </a:p>
          <a:p>
            <a:pPr algn="just">
              <a:lnSpc>
                <a:spcPts val="3600"/>
              </a:lnSpc>
            </a:pPr>
            <a:endParaRPr lang="en-IN" sz="3200" dirty="0">
              <a:solidFill>
                <a:schemeClr val="bg1"/>
              </a:solidFill>
            </a:endParaRPr>
          </a:p>
          <a:p>
            <a:pPr algn="just">
              <a:lnSpc>
                <a:spcPts val="3600"/>
              </a:lnSpc>
            </a:pPr>
            <a:endParaRPr lang="en-IN" sz="3200" dirty="0">
              <a:solidFill>
                <a:schemeClr val="bg1"/>
              </a:solidFill>
            </a:endParaRPr>
          </a:p>
          <a:p>
            <a:pPr algn="just">
              <a:lnSpc>
                <a:spcPts val="3600"/>
              </a:lnSpc>
            </a:pPr>
            <a:endParaRPr lang="en-IN" sz="3200" dirty="0">
              <a:solidFill>
                <a:schemeClr val="bg1"/>
              </a:solidFill>
            </a:endParaRPr>
          </a:p>
          <a:p>
            <a:pPr marL="1371600" lvl="2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  <a:ea typeface="Calibri"/>
              <a:cs typeface="Calibri"/>
            </a:endParaRPr>
          </a:p>
          <a:p>
            <a:pPr marL="1371600" lvl="2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  <a:ea typeface="Calibri"/>
              <a:cs typeface="Calibri"/>
            </a:endParaRPr>
          </a:p>
          <a:p>
            <a:pPr marL="1371600" lvl="2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  <a:ea typeface="Calibri"/>
              <a:cs typeface="Calibri"/>
            </a:endParaRPr>
          </a:p>
          <a:p>
            <a:pPr marL="1371600" lvl="2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  <a:ea typeface="Calibri"/>
              <a:cs typeface="Calibri"/>
            </a:endParaRPr>
          </a:p>
          <a:p>
            <a:pPr marL="1371600" lvl="2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30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1277B3E-9901-5B76-7675-9E723C7612C8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A8CBFF86-3B62-8914-10AB-8CC97FD16DF3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90954D1-BD1A-236B-917F-02E7D9D6E88A}"/>
              </a:ext>
            </a:extLst>
          </p:cNvPr>
          <p:cNvSpPr txBox="1"/>
          <p:nvPr/>
        </p:nvSpPr>
        <p:spPr>
          <a:xfrm>
            <a:off x="1034010" y="162788"/>
            <a:ext cx="17253989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Model Binding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C55E730B-6DB3-ED4A-30FA-1409FD601689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856D1CAD-856C-D582-5075-8930F0F0D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12</a:t>
            </a:fld>
            <a:endParaRPr lang="en-GB" sz="20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5FC9BFF-764B-CBC1-D3D6-F92FE5B32C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6390838"/>
              </p:ext>
            </p:extLst>
          </p:nvPr>
        </p:nvGraphicFramePr>
        <p:xfrm>
          <a:off x="2803273" y="6650224"/>
          <a:ext cx="14099034" cy="3473988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4699678">
                  <a:extLst>
                    <a:ext uri="{9D8B030D-6E8A-4147-A177-3AD203B41FA5}">
                      <a16:colId xmlns:a16="http://schemas.microsoft.com/office/drawing/2014/main" val="3738233272"/>
                    </a:ext>
                  </a:extLst>
                </a:gridCol>
                <a:gridCol w="4699678">
                  <a:extLst>
                    <a:ext uri="{9D8B030D-6E8A-4147-A177-3AD203B41FA5}">
                      <a16:colId xmlns:a16="http://schemas.microsoft.com/office/drawing/2014/main" val="1186061343"/>
                    </a:ext>
                  </a:extLst>
                </a:gridCol>
                <a:gridCol w="4699678">
                  <a:extLst>
                    <a:ext uri="{9D8B030D-6E8A-4147-A177-3AD203B41FA5}">
                      <a16:colId xmlns:a16="http://schemas.microsoft.com/office/drawing/2014/main" val="1109400370"/>
                    </a:ext>
                  </a:extLst>
                </a:gridCol>
              </a:tblGrid>
              <a:tr h="670194">
                <a:tc>
                  <a:txBody>
                    <a:bodyPr/>
                    <a:lstStyle/>
                    <a:p>
                      <a:r>
                        <a:rPr lang="en-IN" sz="3200" dirty="0"/>
                        <a:t>Source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Attribute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9067801"/>
                  </a:ext>
                </a:extLst>
              </a:tr>
              <a:tr h="989699">
                <a:tc>
                  <a:txBody>
                    <a:bodyPr/>
                    <a:lstStyle/>
                    <a:p>
                      <a:r>
                        <a:rPr lang="en-IN" sz="3200" dirty="0"/>
                        <a:t>Request Body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[FromBody]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JSON to object (e.g., POST/PUT)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1639679"/>
                  </a:ext>
                </a:extLst>
              </a:tr>
              <a:tr h="989699">
                <a:tc>
                  <a:txBody>
                    <a:bodyPr/>
                    <a:lstStyle/>
                    <a:p>
                      <a:r>
                        <a:rPr lang="en-IN" sz="3200" dirty="0"/>
                        <a:t>Query String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[FromQuery]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/api/products?name=apple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0768389"/>
                  </a:ext>
                </a:extLst>
              </a:tr>
              <a:tr h="670194">
                <a:tc>
                  <a:txBody>
                    <a:bodyPr/>
                    <a:lstStyle/>
                    <a:p>
                      <a:r>
                        <a:rPr lang="en-IN" sz="3200" dirty="0"/>
                        <a:t>Route Values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[FromRoute]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/api/products/5 -&gt;(id=5)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7904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6344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8F031F-4280-A5DF-F72F-6DE748053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74EEB4A-E743-F1BE-2E70-44965CF080AE}"/>
              </a:ext>
            </a:extLst>
          </p:cNvPr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542B09F-BFF1-82CD-FE9B-5205C33CEB5F}"/>
              </a:ext>
            </a:extLst>
          </p:cNvPr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F8D645E-C826-5EF1-AD57-3F190EE16ADD}"/>
              </a:ext>
            </a:extLst>
          </p:cNvPr>
          <p:cNvSpPr txBox="1"/>
          <p:nvPr/>
        </p:nvSpPr>
        <p:spPr>
          <a:xfrm>
            <a:off x="2262351" y="1853890"/>
            <a:ext cx="15687677" cy="81874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3800" dirty="0">
                <a:solidFill>
                  <a:schemeClr val="bg1"/>
                </a:solidFill>
                <a:latin typeface="+mj-lt"/>
              </a:rPr>
              <a:t>✔️ </a:t>
            </a:r>
            <a:r>
              <a:rPr lang="en-IN" sz="3800" b="1" dirty="0">
                <a:solidFill>
                  <a:schemeClr val="bg1"/>
                </a:solidFill>
                <a:latin typeface="+mj-lt"/>
              </a:rPr>
              <a:t>Validation with Data Annotations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+mj-lt"/>
              </a:rPr>
              <a:t>Use attributes in your model class to enforce rules.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  <a:latin typeface="+mj-lt"/>
              </a:rPr>
              <a:t>Works automatically with [ApiController] for automatic validation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chemeClr val="bg1"/>
                </a:solidFill>
                <a:latin typeface="+mj-lt"/>
              </a:rPr>
              <a:t>If validation fails, ASP.NET Core returns 400 Bad Request with details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  <a:latin typeface="+mj-lt"/>
            </a:endParaRPr>
          </a:p>
          <a:p>
            <a:pPr algn="just">
              <a:lnSpc>
                <a:spcPct val="150000"/>
              </a:lnSpc>
            </a:pPr>
            <a:endParaRPr lang="en-IN" sz="3200" dirty="0">
              <a:solidFill>
                <a:schemeClr val="bg1"/>
              </a:solidFill>
              <a:latin typeface="+mj-lt"/>
            </a:endParaRPr>
          </a:p>
          <a:p>
            <a:pPr algn="just">
              <a:lnSpc>
                <a:spcPct val="150000"/>
              </a:lnSpc>
            </a:pPr>
            <a:endParaRPr lang="en-IN" sz="3200" dirty="0">
              <a:solidFill>
                <a:schemeClr val="bg1"/>
              </a:solidFill>
              <a:latin typeface="+mj-lt"/>
            </a:endParaRPr>
          </a:p>
          <a:p>
            <a:pPr algn="just">
              <a:lnSpc>
                <a:spcPct val="150000"/>
              </a:lnSpc>
            </a:pPr>
            <a:endParaRPr lang="en-IN" sz="3200" dirty="0">
              <a:solidFill>
                <a:schemeClr val="bg1"/>
              </a:solidFill>
              <a:latin typeface="+mj-lt"/>
            </a:endParaRPr>
          </a:p>
          <a:p>
            <a:pPr marL="1371600" lvl="2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  <a:latin typeface="+mj-lt"/>
              <a:ea typeface="Calibri"/>
              <a:cs typeface="Calibri"/>
            </a:endParaRPr>
          </a:p>
          <a:p>
            <a:pPr marL="1371600" lvl="2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  <a:latin typeface="+mj-lt"/>
              <a:ea typeface="Calibri"/>
              <a:cs typeface="Calibri"/>
            </a:endParaRPr>
          </a:p>
          <a:p>
            <a:pPr marL="1371600" lvl="2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4B27CACE-443F-61F9-4F0B-E889120A5300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F31A166-7807-3FBD-2A05-9C82A46743FC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5F46DA7-604E-D224-5EF7-52AFF28BC00A}"/>
              </a:ext>
            </a:extLst>
          </p:cNvPr>
          <p:cNvSpPr txBox="1"/>
          <p:nvPr/>
        </p:nvSpPr>
        <p:spPr>
          <a:xfrm>
            <a:off x="1034010" y="162788"/>
            <a:ext cx="17253989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Model Binding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32859004-8769-B2C5-249D-CB48D17AF945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62BCB89-3B18-76A0-46EB-AC7EA7D65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13</a:t>
            </a:fld>
            <a:endParaRPr lang="en-GB" sz="20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505B0C-841D-F2C3-7FF7-6BF1123815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2337" y="5143500"/>
            <a:ext cx="6328610" cy="452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644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BE2600-9FD3-B937-F501-ACACA49A9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FC23FA7-854F-C69D-7F97-194CE0ABE0C8}"/>
              </a:ext>
            </a:extLst>
          </p:cNvPr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EE17274-B7A6-197C-6F67-A480B0469916}"/>
              </a:ext>
            </a:extLst>
          </p:cNvPr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8990862-9CCC-9088-74D4-ACE39FE6CC96}"/>
              </a:ext>
            </a:extLst>
          </p:cNvPr>
          <p:cNvSpPr txBox="1"/>
          <p:nvPr/>
        </p:nvSpPr>
        <p:spPr>
          <a:xfrm>
            <a:off x="1291187" y="1470814"/>
            <a:ext cx="16225290" cy="86946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IN" sz="3500" dirty="0">
                <a:solidFill>
                  <a:schemeClr val="bg1"/>
                </a:solidFill>
                <a:latin typeface="+mj-lt"/>
              </a:rPr>
              <a:t>📦 </a:t>
            </a:r>
            <a:r>
              <a:rPr lang="en-IN" sz="3500" b="1" dirty="0">
                <a:solidFill>
                  <a:srgbClr val="FFFF00"/>
                </a:solidFill>
                <a:latin typeface="+mj-lt"/>
              </a:rPr>
              <a:t>Default Format :JSON</a:t>
            </a:r>
          </a:p>
          <a:p>
            <a:pPr algn="just">
              <a:lnSpc>
                <a:spcPts val="3600"/>
              </a:lnSpc>
            </a:pPr>
            <a:endParaRPr lang="en-IN" sz="3500" b="1" dirty="0">
              <a:solidFill>
                <a:schemeClr val="bg1"/>
              </a:solidFill>
              <a:latin typeface="+mj-lt"/>
            </a:endParaRPr>
          </a:p>
          <a:p>
            <a:pPr marL="1371600" lvl="2" indent="-457200" algn="just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chemeClr val="bg1"/>
                </a:solidFill>
                <a:latin typeface="+mj-lt"/>
              </a:rPr>
              <a:t>By default, ASP.NET Core Web API returns data in </a:t>
            </a:r>
            <a:r>
              <a:rPr lang="en-US" sz="3500" b="1" dirty="0">
                <a:solidFill>
                  <a:schemeClr val="bg1"/>
                </a:solidFill>
                <a:latin typeface="+mj-lt"/>
              </a:rPr>
              <a:t>JSON</a:t>
            </a:r>
            <a:r>
              <a:rPr lang="en-US" sz="3500" dirty="0">
                <a:solidFill>
                  <a:schemeClr val="bg1"/>
                </a:solidFill>
                <a:latin typeface="+mj-lt"/>
              </a:rPr>
              <a:t> format.</a:t>
            </a:r>
          </a:p>
          <a:p>
            <a:pPr marL="1371600" lvl="2" indent="-457200" algn="just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chemeClr val="bg1"/>
                </a:solidFill>
                <a:latin typeface="+mj-lt"/>
              </a:rPr>
              <a:t>Uses </a:t>
            </a:r>
            <a:r>
              <a:rPr lang="en-US" sz="3500" b="1" dirty="0">
                <a:solidFill>
                  <a:schemeClr val="bg1"/>
                </a:solidFill>
                <a:latin typeface="+mj-lt"/>
              </a:rPr>
              <a:t>System.Text.Json</a:t>
            </a:r>
            <a:r>
              <a:rPr lang="en-US" sz="3500" dirty="0">
                <a:solidFill>
                  <a:schemeClr val="bg1"/>
                </a:solidFill>
                <a:latin typeface="+mj-lt"/>
              </a:rPr>
              <a:t> (or optionally </a:t>
            </a:r>
            <a:r>
              <a:rPr lang="en-US" sz="3500" b="1" dirty="0">
                <a:solidFill>
                  <a:schemeClr val="bg1"/>
                </a:solidFill>
                <a:latin typeface="+mj-lt"/>
              </a:rPr>
              <a:t>Newtonsoft.Json</a:t>
            </a:r>
            <a:r>
              <a:rPr lang="en-US" sz="3500" dirty="0">
                <a:solidFill>
                  <a:schemeClr val="bg1"/>
                </a:solidFill>
                <a:latin typeface="+mj-lt"/>
              </a:rPr>
              <a:t>) for serialization.</a:t>
            </a:r>
            <a:endParaRPr lang="en-IN" sz="3500" b="1" dirty="0">
              <a:solidFill>
                <a:schemeClr val="bg1"/>
              </a:solidFill>
              <a:latin typeface="+mj-lt"/>
            </a:endParaRPr>
          </a:p>
          <a:p>
            <a:pPr marL="1371600" lvl="2" indent="-457200" algn="just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altLang="en-US" sz="3500" dirty="0">
                <a:solidFill>
                  <a:schemeClr val="bg1"/>
                </a:solidFill>
                <a:latin typeface="+mj-lt"/>
              </a:rPr>
              <a:t>Automatically sets Content-Type: application/json in the response headers. </a:t>
            </a:r>
          </a:p>
          <a:p>
            <a:pPr algn="just">
              <a:lnSpc>
                <a:spcPts val="3600"/>
              </a:lnSpc>
            </a:pPr>
            <a:endParaRPr lang="en-US" sz="3500" b="1" dirty="0">
              <a:solidFill>
                <a:schemeClr val="bg1"/>
              </a:solidFill>
              <a:latin typeface="+mj-lt"/>
              <a:ea typeface="Calibri"/>
              <a:cs typeface="Calibri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3500" dirty="0">
                <a:solidFill>
                  <a:schemeClr val="bg1"/>
                </a:solidFill>
                <a:latin typeface="+mj-lt"/>
              </a:rPr>
              <a:t>📦 </a:t>
            </a:r>
            <a:r>
              <a:rPr lang="en-US" altLang="en-US" sz="3500" b="1" dirty="0">
                <a:solidFill>
                  <a:srgbClr val="FFFF00"/>
                </a:solidFill>
                <a:latin typeface="+mj-lt"/>
              </a:rPr>
              <a:t>Customizing Responses with ActionResult&lt;T&gt;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500" b="1" dirty="0">
              <a:solidFill>
                <a:schemeClr val="bg1"/>
              </a:solidFill>
              <a:latin typeface="+mj-lt"/>
            </a:endParaRPr>
          </a:p>
          <a:p>
            <a:pPr marL="1371600" lvl="2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500" dirty="0">
                <a:solidFill>
                  <a:schemeClr val="bg1"/>
                </a:solidFill>
                <a:latin typeface="+mj-lt"/>
              </a:rPr>
              <a:t>ActionResult&lt;T&gt; allows returning:</a:t>
            </a:r>
          </a:p>
          <a:p>
            <a:pPr marL="2857500" lvl="5" indent="-5715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romanLcPeriod"/>
            </a:pPr>
            <a:r>
              <a:rPr lang="en-US" altLang="en-US" sz="3500" dirty="0">
                <a:solidFill>
                  <a:schemeClr val="bg1"/>
                </a:solidFill>
                <a:latin typeface="+mj-lt"/>
              </a:rPr>
              <a:t>Strongly-typed data</a:t>
            </a:r>
          </a:p>
          <a:p>
            <a:pPr marL="2857500" lvl="5" indent="-5715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romanLcPeriod"/>
            </a:pPr>
            <a:r>
              <a:rPr lang="en-US" altLang="en-US" sz="3500" dirty="0">
                <a:solidFill>
                  <a:schemeClr val="bg1"/>
                </a:solidFill>
                <a:latin typeface="+mj-lt"/>
              </a:rPr>
              <a:t>HTTP status codes</a:t>
            </a:r>
          </a:p>
          <a:p>
            <a:pPr marL="2857500" lvl="5" indent="-5715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romanLcPeriod"/>
            </a:pPr>
            <a:r>
              <a:rPr lang="en-US" altLang="en-US" sz="3500" dirty="0">
                <a:solidFill>
                  <a:schemeClr val="bg1"/>
                </a:solidFill>
                <a:latin typeface="+mj-lt"/>
              </a:rPr>
              <a:t>Error messages or problem details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500" dirty="0">
              <a:solidFill>
                <a:schemeClr val="bg1"/>
              </a:solidFill>
              <a:latin typeface="+mj-lt"/>
            </a:endParaRPr>
          </a:p>
          <a:p>
            <a:r>
              <a:rPr lang="en-IN" sz="3500" dirty="0">
                <a:solidFill>
                  <a:schemeClr val="bg1"/>
                </a:solidFill>
                <a:latin typeface="+mj-lt"/>
              </a:rPr>
              <a:t>📦 </a:t>
            </a:r>
            <a:r>
              <a:rPr lang="en-US" sz="3500" b="1" dirty="0">
                <a:solidFill>
                  <a:srgbClr val="FFFF00"/>
                </a:solidFill>
                <a:latin typeface="+mj-lt"/>
              </a:rPr>
              <a:t>Benefits:</a:t>
            </a:r>
          </a:p>
          <a:p>
            <a:endParaRPr lang="en-US" sz="3500" b="1" dirty="0">
              <a:solidFill>
                <a:schemeClr val="bg1"/>
              </a:solidFill>
              <a:latin typeface="+mj-lt"/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chemeClr val="bg1"/>
                </a:solidFill>
                <a:latin typeface="+mj-lt"/>
              </a:rPr>
              <a:t>Combines </a:t>
            </a:r>
            <a:r>
              <a:rPr lang="en-US" sz="3500" b="1" dirty="0">
                <a:solidFill>
                  <a:schemeClr val="bg1"/>
                </a:solidFill>
                <a:latin typeface="+mj-lt"/>
              </a:rPr>
              <a:t>flexibility</a:t>
            </a:r>
            <a:r>
              <a:rPr lang="en-US" sz="3500" dirty="0">
                <a:solidFill>
                  <a:schemeClr val="bg1"/>
                </a:solidFill>
                <a:latin typeface="+mj-lt"/>
              </a:rPr>
              <a:t> and </a:t>
            </a:r>
            <a:r>
              <a:rPr lang="en-US" sz="3500" b="1" dirty="0">
                <a:solidFill>
                  <a:schemeClr val="bg1"/>
                </a:solidFill>
                <a:latin typeface="+mj-lt"/>
              </a:rPr>
              <a:t>type-safety</a:t>
            </a:r>
            <a:endParaRPr lang="en-US" sz="3500" dirty="0">
              <a:solidFill>
                <a:schemeClr val="bg1"/>
              </a:solidFill>
              <a:latin typeface="+mj-lt"/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chemeClr val="bg1"/>
                </a:solidFill>
                <a:latin typeface="+mj-lt"/>
              </a:rPr>
              <a:t>Makes your API </a:t>
            </a:r>
            <a:r>
              <a:rPr lang="en-US" sz="3500" b="1" dirty="0">
                <a:solidFill>
                  <a:schemeClr val="bg1"/>
                </a:solidFill>
                <a:latin typeface="+mj-lt"/>
              </a:rPr>
              <a:t>self-documenting</a:t>
            </a:r>
            <a:endParaRPr lang="en-US" sz="35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015A1E2-53F7-D4D9-5BE1-9F1EEB5786E0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0A2098B-E13F-946F-C29A-36EA7BDEEEBC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81D3C0B-4D85-763D-BAE5-70A213F95186}"/>
              </a:ext>
            </a:extLst>
          </p:cNvPr>
          <p:cNvSpPr txBox="1"/>
          <p:nvPr/>
        </p:nvSpPr>
        <p:spPr>
          <a:xfrm>
            <a:off x="1034010" y="162788"/>
            <a:ext cx="17253989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Response Formats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B6BEE045-F524-F57F-DDD1-B5F6B897B19B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8366F703-D15A-D5D3-6A25-3802913EE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14</a:t>
            </a:fld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3197599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71EA7A-F9C1-3D80-C6F6-27A1B6558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93470B6-9D9E-6E9E-149D-478F500162DA}"/>
              </a:ext>
            </a:extLst>
          </p:cNvPr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73B2A97-7C08-56D5-64E8-814B3ED13664}"/>
              </a:ext>
            </a:extLst>
          </p:cNvPr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9D628C7-EB07-C2EF-8CA6-A8A98C98C8A8}"/>
              </a:ext>
            </a:extLst>
          </p:cNvPr>
          <p:cNvSpPr txBox="1"/>
          <p:nvPr/>
        </p:nvSpPr>
        <p:spPr>
          <a:xfrm>
            <a:off x="1300161" y="1888751"/>
            <a:ext cx="16171011" cy="6367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dirty="0">
                <a:solidFill>
                  <a:schemeClr val="bg1"/>
                </a:solidFill>
              </a:rPr>
              <a:t>✅ </a:t>
            </a:r>
            <a:r>
              <a:rPr lang="en-US" sz="4000" b="1" dirty="0">
                <a:solidFill>
                  <a:schemeClr val="bg1"/>
                </a:solidFill>
              </a:rPr>
              <a:t>Testing the API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Using </a:t>
            </a:r>
            <a:r>
              <a:rPr lang="en-US" sz="4000" b="1" dirty="0">
                <a:solidFill>
                  <a:schemeClr val="bg1"/>
                </a:solidFill>
              </a:rPr>
              <a:t>Postman</a:t>
            </a:r>
            <a:r>
              <a:rPr lang="en-US" sz="4000" dirty="0">
                <a:solidFill>
                  <a:schemeClr val="bg1"/>
                </a:solidFill>
              </a:rPr>
              <a:t>: Sending HTTP requests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Using </a:t>
            </a:r>
            <a:r>
              <a:rPr lang="en-US" sz="4000" b="1" dirty="0">
                <a:solidFill>
                  <a:schemeClr val="bg1"/>
                </a:solidFill>
              </a:rPr>
              <a:t>Swagger (Swashbuckle)</a:t>
            </a:r>
            <a:r>
              <a:rPr lang="en-US" sz="4000" dirty="0">
                <a:solidFill>
                  <a:schemeClr val="bg1"/>
                </a:solidFill>
              </a:rPr>
              <a:t>: Auto-generated UI for API testing</a:t>
            </a:r>
          </a:p>
          <a:p>
            <a:pPr lvl="1">
              <a:lnSpc>
                <a:spcPct val="150000"/>
              </a:lnSpc>
            </a:pPr>
            <a:r>
              <a:rPr lang="en-US" sz="4000" dirty="0">
                <a:solidFill>
                  <a:schemeClr val="bg1"/>
                </a:solidFill>
              </a:rPr>
              <a:t>Example:</a:t>
            </a:r>
          </a:p>
          <a:p>
            <a:pPr lvl="1">
              <a:lnSpc>
                <a:spcPct val="150000"/>
              </a:lnSpc>
            </a:pPr>
            <a:r>
              <a:rPr lang="en-IN" sz="4000" dirty="0">
                <a:solidFill>
                  <a:schemeClr val="bg1"/>
                </a:solidFill>
              </a:rPr>
              <a:t>http://localhost:5000/api/ControllerName/MethodName/ParameterName</a:t>
            </a:r>
            <a:endParaRPr lang="en-US" sz="4000" dirty="0">
              <a:solidFill>
                <a:schemeClr val="bg1"/>
              </a:solidFill>
            </a:endParaRPr>
          </a:p>
          <a:p>
            <a:pPr algn="just">
              <a:lnSpc>
                <a:spcPct val="150000"/>
              </a:lnSpc>
            </a:pPr>
            <a:endParaRPr lang="en-US" sz="4000" dirty="0">
              <a:solidFill>
                <a:schemeClr val="bg1"/>
              </a:solidFill>
            </a:endParaRPr>
          </a:p>
          <a:p>
            <a:pPr algn="just">
              <a:lnSpc>
                <a:spcPct val="150000"/>
              </a:lnSpc>
            </a:pPr>
            <a:endParaRPr lang="en-IN" sz="4000" b="1" dirty="0">
              <a:solidFill>
                <a:schemeClr val="bg1"/>
              </a:solidFill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5B4D676-4842-F3DE-F2EC-016D024184DA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21D39FF-08F5-625D-FD13-1A66DF12BE47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BF274D8-B5B8-FF16-6B80-463D35FCE95B}"/>
              </a:ext>
            </a:extLst>
          </p:cNvPr>
          <p:cNvSpPr txBox="1"/>
          <p:nvPr/>
        </p:nvSpPr>
        <p:spPr>
          <a:xfrm>
            <a:off x="816828" y="619173"/>
            <a:ext cx="17253989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Testing the API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004143BA-6F9B-B5DE-929F-F1B017B2095D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3F2A466-48BC-9186-59DE-3E8132653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15</a:t>
            </a:fld>
            <a:endParaRPr lang="en-GB" sz="200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500F68B0-8CED-A022-643C-4BA9072C35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❌ Sample Output (Console):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swift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8833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251C8C-23CF-EB55-7CFF-AEA3CCBE1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64476D6-7519-12AA-579F-3D275C89B824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3EEFCE7-BAE8-80C3-5EC6-EDBBDEE09863}"/>
              </a:ext>
            </a:extLst>
          </p:cNvPr>
          <p:cNvSpPr/>
          <p:nvPr/>
        </p:nvSpPr>
        <p:spPr>
          <a:xfrm>
            <a:off x="-889027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4D3C335-7C24-BFCF-BB00-8E376E7DD826}"/>
              </a:ext>
            </a:extLst>
          </p:cNvPr>
          <p:cNvGrpSpPr/>
          <p:nvPr/>
        </p:nvGrpSpPr>
        <p:grpSpPr>
          <a:xfrm>
            <a:off x="2541584" y="2193867"/>
            <a:ext cx="14535120" cy="2983155"/>
            <a:chOff x="-2918087" y="-3251127"/>
            <a:chExt cx="21900210" cy="3957407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6866F3C-D8F5-A241-1384-65477A6EB3F9}"/>
                </a:ext>
              </a:extLst>
            </p:cNvPr>
            <p:cNvSpPr txBox="1"/>
            <p:nvPr/>
          </p:nvSpPr>
          <p:spPr>
            <a:xfrm>
              <a:off x="-2918087" y="-3251127"/>
              <a:ext cx="21900210" cy="8786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Wingdings"/>
                <a:buChar char="Ø"/>
              </a:pPr>
              <a:endParaRPr lang="en-US" sz="3200" dirty="0">
                <a:solidFill>
                  <a:srgbClr val="FFFFFF"/>
                </a:solidFill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5DABA98-EE6B-976A-4B3E-AE8D88A81219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D2D8356-DB38-1A96-9DC5-EB09044A26BC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00C9E15-8BB0-D68A-6F0D-F238DAB432AC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B29D00A-A1AD-8ACA-5944-6D82A9647AE7}"/>
              </a:ext>
            </a:extLst>
          </p:cNvPr>
          <p:cNvSpPr txBox="1"/>
          <p:nvPr/>
        </p:nvSpPr>
        <p:spPr>
          <a:xfrm>
            <a:off x="1515516" y="85400"/>
            <a:ext cx="14857300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solidFill>
                  <a:srgbClr val="FFFFFF"/>
                </a:solidFill>
                <a:ea typeface="+mn-lt"/>
                <a:cs typeface="+mn-lt"/>
              </a:rPr>
              <a:t>Use Cases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8F9574A-83CB-4373-715E-6E0E72CCE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16</a:t>
            </a:fld>
            <a:endParaRPr lang="en-GB" sz="20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E9BE05-27F6-B269-8F20-46A65CC882DB}"/>
              </a:ext>
            </a:extLst>
          </p:cNvPr>
          <p:cNvSpPr txBox="1"/>
          <p:nvPr/>
        </p:nvSpPr>
        <p:spPr>
          <a:xfrm>
            <a:off x="1515516" y="1262105"/>
            <a:ext cx="16363410" cy="8876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Web API Controller Conventions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  🔹 Used in microservices to organize endpoints cleanly.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API Routes &amp; HTTP Actions (GET/POST/PUT/DELETE)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  🔹 Power CRUD operations in apps like e-commerce, HR systems, or inventory tools.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Model Binding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  🔹 Binds client data in form submissions (e.g., signup, order forms).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Response Formats (JSON)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  🔹 Standard for mobile app backends and third-party API responses.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CRUD Web API Assignment (MeterInfoController)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  🔹 Simulates real-world utility or IoT meter data APIs.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Testing with Postman or Swagger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  🔹 Common in QA/testing for APIs in software teams and public API docs.</a:t>
            </a:r>
          </a:p>
        </p:txBody>
      </p:sp>
    </p:spTree>
    <p:extLst>
      <p:ext uri="{BB962C8B-B14F-4D97-AF65-F5344CB8AC3E}">
        <p14:creationId xmlns:p14="http://schemas.microsoft.com/office/powerpoint/2010/main" val="41996021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228112"/>
            <a:ext cx="16554641" cy="9558129"/>
            <a:chOff x="-551558" y="-303596"/>
            <a:chExt cx="14224882" cy="12744165"/>
          </a:xfrm>
        </p:grpSpPr>
        <p:sp>
          <p:nvSpPr>
            <p:cNvPr id="5" name="TextBox 5"/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-551558" y="-303596"/>
              <a:ext cx="14163549" cy="127441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23850" lvl="1">
                <a:lnSpc>
                  <a:spcPct val="150000"/>
                </a:lnSpc>
              </a:pPr>
              <a:r>
                <a:rPr lang="en-US" sz="3800" dirty="0">
                  <a:latin typeface="+mj-lt"/>
                </a:rPr>
                <a:t>🔧 </a:t>
              </a:r>
              <a:r>
                <a:rPr lang="en-US" sz="3800" b="1" dirty="0">
                  <a:latin typeface="+mj-lt"/>
                </a:rPr>
                <a:t>Advanced Assignment 1: </a:t>
              </a:r>
              <a:r>
                <a:rPr lang="en-IN" sz="3800" b="1" dirty="0">
                  <a:latin typeface="+mj-lt"/>
                </a:rPr>
                <a:t>Basic CRUD API </a:t>
              </a:r>
            </a:p>
            <a:p>
              <a:pPr marL="323850" lvl="1">
                <a:lnSpc>
                  <a:spcPct val="150000"/>
                </a:lnSpc>
              </a:pPr>
              <a:r>
                <a:rPr lang="en-US" sz="3800" b="1" dirty="0">
                  <a:latin typeface="+mj-lt"/>
                </a:rPr>
                <a:t>Objective:</a:t>
              </a:r>
              <a:r>
                <a:rPr lang="en-US" sz="3800" dirty="0">
                  <a:latin typeface="+mj-lt"/>
                </a:rPr>
                <a:t> Build a simple CRUD Web API for MeterInfo.</a:t>
              </a:r>
            </a:p>
            <a:p>
              <a:pPr marL="323850" lvl="1">
                <a:lnSpc>
                  <a:spcPct val="150000"/>
                </a:lnSpc>
              </a:pPr>
              <a:r>
                <a:rPr lang="en-US" sz="3800" b="1" dirty="0">
                  <a:solidFill>
                    <a:srgbClr val="33123B"/>
                  </a:solidFill>
                  <a:latin typeface="+mj-lt"/>
                  <a:ea typeface="Assistant Regular"/>
                  <a:cs typeface="Assistant Regular"/>
                </a:rPr>
                <a:t>Requirements :</a:t>
              </a:r>
            </a:p>
            <a:p>
              <a:pPr marL="1695450" lvl="3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800" dirty="0">
                  <a:solidFill>
                    <a:srgbClr val="33123B"/>
                  </a:solidFill>
                  <a:latin typeface="+mj-lt"/>
                  <a:ea typeface="Assistant Regular"/>
                  <a:cs typeface="Assistant Regular"/>
                </a:rPr>
                <a:t>Create a class MeterInfo with basic properties (e.g., Id, Location , Reading ,Timestamp).</a:t>
              </a:r>
            </a:p>
            <a:p>
              <a:pPr marL="1695450" lvl="3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800" dirty="0">
                  <a:solidFill>
                    <a:srgbClr val="33123B"/>
                  </a:solidFill>
                  <a:latin typeface="+mj-lt"/>
                  <a:ea typeface="Assistant Regular"/>
                  <a:cs typeface="Assistant Regular"/>
                </a:rPr>
                <a:t>Create MeterInfoController with :</a:t>
              </a:r>
            </a:p>
            <a:p>
              <a:pPr marL="2724150" lvl="5" indent="-571500">
                <a:lnSpc>
                  <a:spcPct val="150000"/>
                </a:lnSpc>
                <a:buFont typeface="+mj-lt"/>
                <a:buAutoNum type="romanLcPeriod"/>
              </a:pPr>
              <a:r>
                <a:rPr lang="en-US" sz="3800" dirty="0">
                  <a:solidFill>
                    <a:srgbClr val="33123B"/>
                  </a:solidFill>
                  <a:latin typeface="+mj-lt"/>
                  <a:ea typeface="Assistant Regular"/>
                  <a:cs typeface="Assistant Regular"/>
                </a:rPr>
                <a:t>Get, Get by Id, POST, PUT  and DELETE methods</a:t>
              </a:r>
            </a:p>
            <a:p>
              <a:pPr marL="1695450" lvl="3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800" dirty="0">
                  <a:latin typeface="+mj-lt"/>
                </a:rPr>
                <a:t>Use in-memory storage (e.g., a static list) to simulate a database.</a:t>
              </a:r>
            </a:p>
            <a:p>
              <a:pPr marL="1695450" lvl="3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800" dirty="0">
                  <a:latin typeface="+mj-lt"/>
                </a:rPr>
                <a:t>Test API endpoints using Postman or Swagger.</a:t>
              </a:r>
              <a:endParaRPr lang="en-US" sz="3800" dirty="0">
                <a:solidFill>
                  <a:srgbClr val="33123B"/>
                </a:solidFill>
                <a:latin typeface="+mj-lt"/>
                <a:cs typeface="Assistant Regular"/>
              </a:endParaRPr>
            </a:p>
            <a:p>
              <a:pPr>
                <a:lnSpc>
                  <a:spcPct val="150000"/>
                </a:lnSpc>
              </a:pPr>
              <a:r>
                <a:rPr lang="en-US" sz="3800" b="1" dirty="0">
                  <a:latin typeface="+mj-lt"/>
                </a:rPr>
                <a:t>     Focus:</a:t>
              </a:r>
            </a:p>
            <a:p>
              <a:pPr lvl="3">
                <a:lnSpc>
                  <a:spcPct val="150000"/>
                </a:lnSpc>
              </a:pPr>
              <a:r>
                <a:rPr lang="en-US" sz="3800" dirty="0">
                  <a:latin typeface="+mj-lt"/>
                </a:rPr>
                <a:t>Understanding controller structure, routing, and basic HTTP verbs.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116936" y="-65184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4005393" y="4799597"/>
            <a:ext cx="6412683" cy="6120663"/>
            <a:chOff x="-366471" y="-11891"/>
            <a:chExt cx="15572971" cy="14863810"/>
          </a:xfrm>
        </p:grpSpPr>
        <p:sp>
          <p:nvSpPr>
            <p:cNvPr id="17" name="Freeform 17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-156193" y="188812"/>
              <a:ext cx="15152414" cy="14462404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223301" y="551025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2"/>
              <a:stretch>
                <a:fillRect l="223" r="223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AFB55547-605D-EDB9-41FF-CD3D51DA6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8472" y="972134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17</a:t>
            </a:fld>
            <a:endParaRPr lang="en-GB" sz="20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AC9B4-2093-DFC3-8F08-7FF79B0B7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766AE003-BF0D-EEA9-8B60-1C7A9337BAEE}"/>
              </a:ext>
            </a:extLst>
          </p:cNvPr>
          <p:cNvGrpSpPr/>
          <p:nvPr/>
        </p:nvGrpSpPr>
        <p:grpSpPr>
          <a:xfrm>
            <a:off x="332434" y="536569"/>
            <a:ext cx="17955566" cy="10984546"/>
            <a:chOff x="-265908" y="-6948"/>
            <a:chExt cx="14877094" cy="14646051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06EC3E2-6A67-D667-2DB8-ADD78704E030}"/>
                </a:ext>
              </a:extLst>
            </p:cNvPr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BC0EE07-8646-A4F0-5E86-46F49CA8A360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123AEC1-CADE-8A87-653C-5533EC9F15D4}"/>
                </a:ext>
              </a:extLst>
            </p:cNvPr>
            <p:cNvSpPr txBox="1"/>
            <p:nvPr/>
          </p:nvSpPr>
          <p:spPr>
            <a:xfrm>
              <a:off x="-265908" y="-6948"/>
              <a:ext cx="14877094" cy="1464605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N" sz="4000" dirty="0">
                  <a:latin typeface="+mj-lt"/>
                </a:rPr>
                <a:t>🔧 </a:t>
              </a:r>
              <a:r>
                <a:rPr lang="en-US" altLang="en-US" sz="4000" b="1" dirty="0">
                  <a:latin typeface="+mj-lt"/>
                </a:rPr>
                <a:t>Advanced Assignment 2: </a:t>
              </a:r>
              <a:r>
                <a:rPr lang="en-IN" sz="4000" b="1" dirty="0"/>
                <a:t>CRUD with EF Core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4000" b="1" dirty="0">
                  <a:latin typeface="+mj-lt"/>
                </a:rPr>
                <a:t>Objective:</a:t>
              </a:r>
              <a:r>
                <a:rPr lang="en-US" altLang="en-US" sz="4000" dirty="0">
                  <a:latin typeface="+mj-lt"/>
                </a:rPr>
                <a:t> </a:t>
              </a:r>
              <a:r>
                <a:rPr lang="en-US" sz="4000" dirty="0"/>
                <a:t>Add real data persistence using Entity Framework Core and SQLite or SQL Server DB.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4000" b="1" dirty="0">
                  <a:latin typeface="+mj-lt"/>
                </a:rPr>
                <a:t>Requirements:</a:t>
              </a: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4000" dirty="0">
                  <a:latin typeface="+mj-lt"/>
                </a:rPr>
                <a:t>Set up EF Core and create a MeterInfoContext (DbContext).</a:t>
              </a: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4000" dirty="0">
                  <a:latin typeface="+mj-lt"/>
                </a:rPr>
                <a:t>Register the DbContext using Dependency Injection.</a:t>
              </a: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4000" dirty="0">
                  <a:latin typeface="+mj-lt"/>
                </a:rPr>
                <a:t>Store and retrieve MeterInfo data using the database.</a:t>
              </a: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4000" dirty="0">
                  <a:latin typeface="+mj-lt"/>
                </a:rPr>
                <a:t>Add model validation using Data Annotations (e.g., [Required], [Range]).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4000" b="1" dirty="0">
                  <a:latin typeface="+mj-lt"/>
                </a:rPr>
                <a:t>Focus :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4000" dirty="0"/>
                <a:t>EF Core integration, data persistence, and validation.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en-US" sz="4000" b="1" dirty="0">
                <a:latin typeface="+mj-lt"/>
              </a:endParaRP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en-US" sz="4000" b="1" dirty="0">
                <a:latin typeface="+mj-lt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8221CF7-6B74-AB63-27BD-2B1C8527E730}"/>
                </a:ext>
              </a:extLst>
            </p:cNvPr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A13E909D-516E-78DA-C7D0-7B4082CF865E}"/>
              </a:ext>
            </a:extLst>
          </p:cNvPr>
          <p:cNvSpPr txBox="1"/>
          <p:nvPr/>
        </p:nvSpPr>
        <p:spPr>
          <a:xfrm>
            <a:off x="8335841" y="293940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0A6E5507-92D0-22A4-6BF4-C131D04CB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9442" y="9749533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18</a:t>
            </a:fld>
            <a:endParaRPr lang="en-GB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799870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D8876-10CC-A9E3-57F2-29BF3C45A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77DEA085-71EE-1614-E459-8F6E2CCC6EFA}"/>
              </a:ext>
            </a:extLst>
          </p:cNvPr>
          <p:cNvGrpSpPr/>
          <p:nvPr/>
        </p:nvGrpSpPr>
        <p:grpSpPr>
          <a:xfrm>
            <a:off x="332434" y="473371"/>
            <a:ext cx="17955566" cy="9558129"/>
            <a:chOff x="-265908" y="-91212"/>
            <a:chExt cx="14877094" cy="12744165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1046013-9CEA-A12A-300B-72D4C9C03F3A}"/>
                </a:ext>
              </a:extLst>
            </p:cNvPr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FA7E58FC-E9F6-F3B1-2096-6BA5F7F5BE3C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2E927E5-E3B6-7822-E082-27B8FF7CF341}"/>
                </a:ext>
              </a:extLst>
            </p:cNvPr>
            <p:cNvSpPr txBox="1"/>
            <p:nvPr/>
          </p:nvSpPr>
          <p:spPr>
            <a:xfrm>
              <a:off x="-265908" y="-6948"/>
              <a:ext cx="14877094" cy="88314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en-US" sz="3200" dirty="0">
                <a:latin typeface="+mj-lt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1AA3A785-002A-A178-8EC6-E0E97A60EF39}"/>
                </a:ext>
              </a:extLst>
            </p:cNvPr>
            <p:cNvSpPr txBox="1"/>
            <p:nvPr/>
          </p:nvSpPr>
          <p:spPr>
            <a:xfrm>
              <a:off x="-265908" y="-91212"/>
              <a:ext cx="14601656" cy="127441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800" b="1" dirty="0">
                  <a:latin typeface="+mj-lt"/>
                </a:rPr>
                <a:t>🔧 Advanced Assignment 3: </a:t>
              </a:r>
              <a:r>
                <a:rPr lang="en-US" sz="3800" b="1" dirty="0">
                  <a:latin typeface="+mj-lt"/>
                </a:rPr>
                <a:t>CRUD with DTOs and AutoMapper 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800" b="1" dirty="0">
                  <a:latin typeface="+mj-lt"/>
                </a:rPr>
                <a:t>Objective:</a:t>
              </a:r>
              <a:r>
                <a:rPr lang="en-US" altLang="en-US" sz="3800" dirty="0">
                  <a:latin typeface="+mj-lt"/>
                </a:rPr>
                <a:t> </a:t>
              </a:r>
              <a:r>
                <a:rPr lang="en-US" sz="3800" dirty="0">
                  <a:latin typeface="+mj-lt"/>
                </a:rPr>
                <a:t>Refactor the API to use DTOs for input/output and AutoMapper for transformation.</a:t>
              </a:r>
              <a:endParaRPr lang="en-US" altLang="en-US" sz="3800" b="1" dirty="0">
                <a:latin typeface="+mj-lt"/>
              </a:endParaRP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800" b="1" dirty="0">
                  <a:latin typeface="+mj-lt"/>
                </a:rPr>
                <a:t>Requirements:</a:t>
              </a: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800" dirty="0">
                  <a:latin typeface="+mj-lt"/>
                </a:rPr>
                <a:t>Create MeterInfoCreateDto, MeterInfoReadDto, and MeterInfoUpdateDto.</a:t>
              </a: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800" dirty="0">
                  <a:latin typeface="+mj-lt"/>
                </a:rPr>
                <a:t>Use AutoMapper to map between DTOs and the domain model.</a:t>
              </a: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800" dirty="0">
                  <a:latin typeface="+mj-lt"/>
                </a:rPr>
                <a:t>Return only necessary fields in the API response (no over-posting).</a:t>
              </a:r>
            </a:p>
            <a:p>
              <a:pPr marL="1371600" lvl="2" indent="-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3800" dirty="0">
                  <a:latin typeface="+mj-lt"/>
                </a:rPr>
                <a:t>Return proper status codes (e.g., 201 Created, 404 Not Found, 204 No Content).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en-US" sz="3800" b="1" dirty="0">
                <a:latin typeface="+mj-lt"/>
              </a:endParaRP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800" b="1" dirty="0">
                  <a:latin typeface="+mj-lt"/>
                </a:rPr>
                <a:t>Focus: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sz="3800" dirty="0">
                  <a:latin typeface="+mj-lt"/>
                </a:rPr>
                <a:t>Clean architecture, separation of concerns, and better response shaping.</a:t>
              </a:r>
              <a:endParaRPr lang="en-GB" sz="3800" b="1" dirty="0">
                <a:solidFill>
                  <a:srgbClr val="33123B"/>
                </a:solidFill>
                <a:latin typeface="+mj-lt"/>
                <a:ea typeface="Calibri"/>
                <a:cs typeface="Calibri"/>
              </a:endParaRP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C1248BAB-F673-54C5-E53D-D0F2C70F4523}"/>
              </a:ext>
            </a:extLst>
          </p:cNvPr>
          <p:cNvSpPr txBox="1"/>
          <p:nvPr/>
        </p:nvSpPr>
        <p:spPr>
          <a:xfrm>
            <a:off x="8335841" y="31677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5F087B7C-A32B-5042-F287-5C719D17B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9442" y="9749533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19</a:t>
            </a:fld>
            <a:endParaRPr lang="en-GB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95733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23F53-0DCB-0126-DCBB-20A031DA3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2BAE32C1-75BA-C154-AEC7-A6B3450BEBD5}"/>
              </a:ext>
            </a:extLst>
          </p:cNvPr>
          <p:cNvGrpSpPr/>
          <p:nvPr/>
        </p:nvGrpSpPr>
        <p:grpSpPr>
          <a:xfrm>
            <a:off x="161932" y="451496"/>
            <a:ext cx="17574729" cy="9735871"/>
            <a:chOff x="-412415" y="-5751"/>
            <a:chExt cx="15101412" cy="10993502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7458A49-04E6-2EFA-6170-0E0748F7563F}"/>
                </a:ext>
              </a:extLst>
            </p:cNvPr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2AD3601-B23E-FE7F-02F2-1C7FD56CE085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B2D2978-C351-583F-5107-7C1722540F1C}"/>
                </a:ext>
              </a:extLst>
            </p:cNvPr>
            <p:cNvSpPr txBox="1"/>
            <p:nvPr/>
          </p:nvSpPr>
          <p:spPr>
            <a:xfrm>
              <a:off x="-412415" y="194950"/>
              <a:ext cx="15101412" cy="1079280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800" b="1" dirty="0">
                  <a:latin typeface="+mj-lt"/>
                </a:rPr>
                <a:t>🔧 Advanced Assignment 4: </a:t>
              </a:r>
              <a:r>
                <a:rPr lang="en-US" sz="3800" b="1" dirty="0">
                  <a:latin typeface="+mj-lt"/>
                </a:rPr>
                <a:t>Advanced API with Pagination, Search &amp; Error Handling</a:t>
              </a:r>
              <a:endParaRPr lang="en-US" altLang="en-US" sz="3800" b="1" dirty="0">
                <a:latin typeface="+mj-lt"/>
              </a:endParaRPr>
            </a:p>
            <a:p>
              <a:pPr lvl="1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800" b="1" dirty="0">
                  <a:latin typeface="+mj-lt"/>
                </a:rPr>
                <a:t>Objective :</a:t>
              </a:r>
              <a:r>
                <a:rPr lang="en-US" altLang="en-US" sz="3800" dirty="0">
                  <a:latin typeface="+mj-lt"/>
                </a:rPr>
                <a:t> </a:t>
              </a:r>
              <a:r>
                <a:rPr lang="en-US" sz="3800" dirty="0">
                  <a:latin typeface="+mj-lt"/>
                </a:rPr>
                <a:t>Enhance the existing CRUD API with production-grade features.</a:t>
              </a:r>
            </a:p>
            <a:p>
              <a:pPr lvl="1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800" b="1" dirty="0">
                  <a:latin typeface="+mj-lt"/>
                </a:rPr>
                <a:t>Requirements: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800" dirty="0">
                  <a:latin typeface="+mj-lt"/>
                </a:rPr>
                <a:t>Add </a:t>
              </a:r>
              <a:r>
                <a:rPr lang="en-US" altLang="en-US" sz="3800" b="1" dirty="0">
                  <a:latin typeface="+mj-lt"/>
                </a:rPr>
                <a:t>pagination</a:t>
              </a:r>
              <a:r>
                <a:rPr lang="en-US" altLang="en-US" sz="3800" dirty="0">
                  <a:latin typeface="+mj-lt"/>
                </a:rPr>
                <a:t> support to GET /api/meterinfo (query params: pageNumber, pageSize).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800" dirty="0">
                  <a:latin typeface="+mj-lt"/>
                </a:rPr>
                <a:t>Add </a:t>
              </a:r>
              <a:r>
                <a:rPr lang="en-US" altLang="en-US" sz="3800" b="1" dirty="0">
                  <a:latin typeface="+mj-lt"/>
                </a:rPr>
                <a:t>search/filter</a:t>
              </a:r>
              <a:r>
                <a:rPr lang="en-US" altLang="en-US" sz="3800" dirty="0">
                  <a:latin typeface="+mj-lt"/>
                </a:rPr>
                <a:t> support by Location or Reading.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800" dirty="0">
                  <a:latin typeface="+mj-lt"/>
                </a:rPr>
                <a:t>Implement </a:t>
              </a:r>
              <a:r>
                <a:rPr lang="en-US" altLang="en-US" sz="3800" b="1" dirty="0">
                  <a:latin typeface="+mj-lt"/>
                </a:rPr>
                <a:t>global exception handling</a:t>
              </a:r>
              <a:r>
                <a:rPr lang="en-US" altLang="en-US" sz="3800" dirty="0">
                  <a:latin typeface="+mj-lt"/>
                </a:rPr>
                <a:t> using custom middleware or filters.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800" dirty="0">
                  <a:latin typeface="+mj-lt"/>
                </a:rPr>
                <a:t>Add Swagger documentation for all endpoints and models.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800" dirty="0">
                  <a:latin typeface="+mj-lt"/>
                </a:rPr>
                <a:t>(Optional) Secure the API using basic token-based authentication.</a:t>
              </a:r>
            </a:p>
            <a:p>
              <a:pPr lvl="1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en-US" sz="3800" b="1" dirty="0">
                <a:latin typeface="+mj-lt"/>
              </a:endParaRPr>
            </a:p>
            <a:p>
              <a:pPr lvl="1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800" b="1" dirty="0">
                  <a:latin typeface="+mj-lt"/>
                </a:rPr>
                <a:t>Focus:</a:t>
              </a:r>
            </a:p>
            <a:p>
              <a:pPr marL="323850" lvl="1">
                <a:lnSpc>
                  <a:spcPct val="150000"/>
                </a:lnSpc>
              </a:pPr>
              <a:r>
                <a:rPr lang="en-US" sz="3800" dirty="0"/>
                <a:t>API scalability, user experience, maintainability, and robustness.</a:t>
              </a:r>
              <a:endParaRPr lang="en-US" sz="3800" dirty="0">
                <a:solidFill>
                  <a:srgbClr val="33123B"/>
                </a:solidFill>
                <a:latin typeface="+mj-lt"/>
                <a:ea typeface="Assistant Regular"/>
                <a:cs typeface="Assistant Regular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9A1F7AB-DA9F-FEEE-E9A0-57DDF06342D5}"/>
                </a:ext>
              </a:extLst>
            </p:cNvPr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D574C42D-54B6-C16E-8E5A-6266CDFA9171}"/>
              </a:ext>
            </a:extLst>
          </p:cNvPr>
          <p:cNvSpPr txBox="1"/>
          <p:nvPr/>
        </p:nvSpPr>
        <p:spPr>
          <a:xfrm>
            <a:off x="8116936" y="-65184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901DBE1-CEDF-6C9D-7D29-AB258013125D}"/>
              </a:ext>
            </a:extLst>
          </p:cNvPr>
          <p:cNvGrpSpPr>
            <a:grpSpLocks noChangeAspect="1"/>
          </p:cNvGrpSpPr>
          <p:nvPr/>
        </p:nvGrpSpPr>
        <p:grpSpPr>
          <a:xfrm>
            <a:off x="14504093" y="5621602"/>
            <a:ext cx="6110870" cy="6110870"/>
            <a:chOff x="0" y="0"/>
            <a:chExt cx="14840029" cy="1484002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48A7C113-24A9-B921-12B7-0707E62AA906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2EFC7D70-A520-E917-A6C2-2DCE4962F371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42C1E5B1-40C7-741D-41BB-0FF2D1854B72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2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AC3C7AC-F3F7-777C-8A22-30629B055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8472" y="972134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20</a:t>
            </a:fld>
            <a:endParaRPr lang="en-GB" sz="20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14240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66888" y="10489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1462747" y="533743"/>
            <a:ext cx="6368927" cy="225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7999" b="1" dirty="0">
                <a:solidFill>
                  <a:srgbClr val="FFFFFF"/>
                </a:solidFill>
                <a:latin typeface="Heebo Black"/>
                <a:ea typeface="Heebo Black"/>
                <a:cs typeface="Heebo Black"/>
                <a:sym typeface="Heebo Black"/>
              </a:rPr>
              <a:t>Stretch Goals</a:t>
            </a:r>
          </a:p>
          <a:p>
            <a:pPr algn="l">
              <a:lnSpc>
                <a:spcPts val="8800"/>
              </a:lnSpc>
            </a:pPr>
            <a:endParaRPr lang="en-US" sz="7999" b="1" dirty="0">
              <a:solidFill>
                <a:srgbClr val="FFFFFF"/>
              </a:solidFill>
              <a:latin typeface="Heebo Black"/>
              <a:ea typeface="Heebo Black"/>
              <a:cs typeface="Heebo Black"/>
              <a:sym typeface="Heebo Black"/>
            </a:endParaRP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-1305451" y="-607460"/>
            <a:ext cx="6064405" cy="6138747"/>
            <a:chOff x="0" y="0"/>
            <a:chExt cx="14840029" cy="14840029"/>
          </a:xfrm>
        </p:grpSpPr>
        <p:sp>
          <p:nvSpPr>
            <p:cNvPr id="6" name="Freeform 6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885020" y="434632"/>
            <a:ext cx="2025393" cy="1188136"/>
            <a:chOff x="0" y="0"/>
            <a:chExt cx="2700524" cy="1584181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14300"/>
              <a:ext cx="2700524" cy="5034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4"/>
                </a:lnSpc>
                <a:spcBef>
                  <a:spcPct val="0"/>
                </a:spcBef>
              </a:pPr>
              <a:r>
                <a:rPr lang="en-US" sz="3043" b="1">
                  <a:solidFill>
                    <a:srgbClr val="3168D8"/>
                  </a:solidFill>
                  <a:latin typeface="HK Modular"/>
                  <a:ea typeface="HK Modular"/>
                  <a:cs typeface="HK Modular"/>
                  <a:sym typeface="HK Modular"/>
                </a:rPr>
                <a:t>LEVEL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676639"/>
              <a:ext cx="2700524" cy="9075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00"/>
                </a:lnSpc>
                <a:spcBef>
                  <a:spcPct val="0"/>
                </a:spcBef>
              </a:pPr>
              <a:r>
                <a:rPr lang="en-US" sz="5501" b="1">
                  <a:solidFill>
                    <a:srgbClr val="7900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UP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118607" y="143142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97716" y="1307003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31304" y="912703"/>
            <a:ext cx="134751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37758" y="912703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72323" y="-17471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31819" y="421328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18279" y="143142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FD0538BD-B281-3C0B-F413-48312AD49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344" y="9620758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21</a:t>
            </a:fld>
            <a:endParaRPr lang="en-GB" sz="2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38650" y="2344203"/>
            <a:ext cx="11352740" cy="12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Debrief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02335" y="4865952"/>
            <a:ext cx="3466514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200" b="1" dirty="0">
                <a:solidFill>
                  <a:srgbClr val="33123B"/>
                </a:solidFill>
                <a:latin typeface="Assistant Regular Bold" panose="020B0604020202020204" charset="-79"/>
                <a:ea typeface="+mn-lt"/>
                <a:cs typeface="Assistant Regular Bold" panose="020B0604020202020204" charset="-79"/>
                <a:sym typeface="Agrandir"/>
              </a:rPr>
              <a:t>Web Api Controllers</a:t>
            </a:r>
            <a:endParaRPr lang="en-US" sz="3000" b="1" dirty="0">
              <a:solidFill>
                <a:srgbClr val="33123B"/>
              </a:solidFill>
              <a:latin typeface="Assistant Regular Bold" panose="020B0604020202020204" charset="-79"/>
              <a:ea typeface="Assistant Regular Bold"/>
              <a:cs typeface="Assistant Regular Bold" panose="020B0604020202020204" charset="-79"/>
              <a:sym typeface="Assistant Regular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419151" y="4865952"/>
            <a:ext cx="346651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</a:rPr>
              <a:t>CRUD Operations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419151" y="5923227"/>
            <a:ext cx="346651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Testing API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81763" y="7261192"/>
            <a:ext cx="346651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Use cases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02335" y="5822547"/>
            <a:ext cx="3466514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Routing and Http verbs</a:t>
            </a:r>
          </a:p>
        </p:txBody>
      </p:sp>
      <p:sp>
        <p:nvSpPr>
          <p:cNvPr id="8" name="Freeform 8"/>
          <p:cNvSpPr/>
          <p:nvPr/>
        </p:nvSpPr>
        <p:spPr>
          <a:xfrm>
            <a:off x="-778351" y="635289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6606919" y="1646831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7914284" y="-125857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7914284" y="925830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09AA338-7558-DCBF-9BD3-6A55D9D0B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744" y="960247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22</a:t>
            </a:fld>
            <a:endParaRPr lang="en-GB" sz="2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355775" y="8640169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1" y="0"/>
                </a:lnTo>
                <a:lnTo>
                  <a:pt x="2459431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9960917" y="4609225"/>
            <a:ext cx="7298383" cy="12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900"/>
              </a:lnSpc>
            </a:pPr>
            <a:r>
              <a:rPr lang="en-US" sz="9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References</a:t>
            </a:r>
            <a:endParaRPr lang="en-US" sz="9000" b="1" dirty="0">
              <a:solidFill>
                <a:srgbClr val="8D0A75"/>
              </a:solidFill>
              <a:latin typeface="Heebo Black"/>
              <a:ea typeface="Heebo Black"/>
              <a:cs typeface="Heebo Black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54662" y="819150"/>
            <a:ext cx="900625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00"/>
              </a:lnSpc>
            </a:pPr>
            <a:r>
              <a:rPr lang="en-US" sz="3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📘 Official Resources (High-Quality &amp; Up-to-Date)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7240" y="1548652"/>
            <a:ext cx="16642080" cy="23083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Wingdings"/>
              <a:buChar char="ü"/>
            </a:pPr>
            <a:r>
              <a:rPr lang="en-GB" sz="3000" dirty="0">
                <a:solidFill>
                  <a:srgbClr val="000000"/>
                </a:solidFill>
                <a:ea typeface="+mn-lt"/>
                <a:cs typeface="+mn-lt"/>
                <a:sym typeface="Assistant Regular"/>
                <a:hlinkClick r:id="rId4"/>
              </a:rPr>
              <a:t>https://learn.microsoft.com/en-us/aspnet/core/web-api/?view=aspnetcore-7.0</a:t>
            </a:r>
            <a:endParaRPr lang="en-GB" sz="3000" dirty="0">
              <a:solidFill>
                <a:srgbClr val="000000"/>
              </a:solidFill>
              <a:ea typeface="+mn-lt"/>
              <a:cs typeface="+mn-lt"/>
              <a:sym typeface="Assistant Regular"/>
            </a:endParaRPr>
          </a:p>
          <a:p>
            <a:pPr marL="457200" indent="-457200">
              <a:lnSpc>
                <a:spcPct val="200000"/>
              </a:lnSpc>
              <a:buFont typeface="Wingdings"/>
              <a:buChar char="ü"/>
            </a:pPr>
            <a:r>
              <a:rPr lang="en-GB" sz="3000" dirty="0">
                <a:solidFill>
                  <a:srgbClr val="000000"/>
                </a:solidFill>
                <a:ea typeface="+mn-lt"/>
                <a:cs typeface="+mn-lt"/>
                <a:sym typeface="Assistant Regular"/>
                <a:hlinkClick r:id="rId5"/>
              </a:rPr>
              <a:t>https://learn.microsoft.com/en-us/aspnet/core/fundamentals/routing?view=aspnetcore-7.0</a:t>
            </a:r>
            <a:endParaRPr lang="en-US" sz="3000" dirty="0">
              <a:ea typeface="Calibri"/>
              <a:cs typeface="Calibri"/>
              <a:hlinkClick r:id="" action="ppaction://noaction"/>
            </a:endParaRPr>
          </a:p>
          <a:p>
            <a:pPr algn="ctr">
              <a:lnSpc>
                <a:spcPts val="3600"/>
              </a:lnSpc>
              <a:spcBef>
                <a:spcPct val="0"/>
              </a:spcBef>
            </a:pPr>
            <a:endParaRPr lang="en-US" sz="3000" dirty="0">
              <a:latin typeface="Assistant Regular"/>
              <a:cs typeface="Assistant Regular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A203954-94E8-E177-2D54-36499D9C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8432" y="941959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23</a:t>
            </a:fld>
            <a:endParaRPr lang="en-GB" sz="2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65649" y="4333875"/>
            <a:ext cx="8956702" cy="172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2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Q&amp;A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169540-353F-AA0D-CE5D-9D9289492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4436" y="9387676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24</a:t>
            </a:fld>
            <a:endParaRPr lang="en-GB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</TotalTime>
  <Words>1544</Words>
  <Application>Microsoft Office PowerPoint</Application>
  <PresentationFormat>Custom</PresentationFormat>
  <Paragraphs>325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</vt:lpstr>
      <vt:lpstr>HK Modular</vt:lpstr>
      <vt:lpstr>Wingdings</vt:lpstr>
      <vt:lpstr>Assistant Regular</vt:lpstr>
      <vt:lpstr>Arial Unicode MS</vt:lpstr>
      <vt:lpstr>Heebo Black</vt:lpstr>
      <vt:lpstr>Assistant Regular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flutter sample presentation</dc:title>
  <cp:lastModifiedBy>Sierra Learning</cp:lastModifiedBy>
  <cp:revision>68</cp:revision>
  <dcterms:created xsi:type="dcterms:W3CDTF">2006-08-16T00:00:00Z</dcterms:created>
  <dcterms:modified xsi:type="dcterms:W3CDTF">2025-08-04T08:42:38Z</dcterms:modified>
  <dc:identifier>DAGpXxrSFgM</dc:identifier>
</cp:coreProperties>
</file>